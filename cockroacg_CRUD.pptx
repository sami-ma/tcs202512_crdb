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79" r:id="rId3"/>
    <p:sldId id="280" r:id="rId4"/>
    <p:sldId id="269" r:id="rId5"/>
    <p:sldId id="281" r:id="rId6"/>
    <p:sldId id="270" r:id="rId7"/>
    <p:sldId id="271" r:id="rId8"/>
    <p:sldId id="272" r:id="rId9"/>
    <p:sldId id="267" r:id="rId10"/>
    <p:sldId id="268" r:id="rId11"/>
    <p:sldId id="274" r:id="rId12"/>
    <p:sldId id="273" r:id="rId13"/>
    <p:sldId id="275" r:id="rId14"/>
    <p:sldId id="276" r:id="rId15"/>
    <p:sldId id="277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5:06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24012,'1494'22'0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5:51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430 1197 24575,'21'1'0,"-1"1"0,39 8 0,-18-2 0,617 86-103,-200-45-204,81 11 100,-414-43 464,204 1 0,294-21-159,-394 4-93,16 10-5,-20-1 0,564-9 0,-373-2 0,-385 0 0,1-2 0,62-12 0,60-27 0,-47 11 0,-17 4 0,156-73 0,-170 67 0,-8 7 0,-43 17 0,-1 0 0,0-2 0,31-19 0,-20 9 0,-22 13 0,0 1 0,-1-2 0,0 0 0,15-14 0,-17 12 0,0-1 0,-1 0 0,0 0 0,-1-1 0,0 0 0,-1-1 0,-1 0 0,0 0 0,4-16 0,23-59 0,-22 63 0,-1-2 0,-1 1 0,-1-1 0,6-50 0,-11 56 0,-2 0 0,-1-1 0,-4-36 0,2 54 0,1 1 0,-1-1 0,0 1 0,0-1 0,0 1 0,-1 0 0,1-1 0,-1 1 0,0 1 0,-7-8 0,-1 0 0,-1 1 0,-16-11 0,-3 1 0,-2 1 0,-35-14 0,40 20 0,-81-35 0,-118-33 0,179 68 0,-63-9 0,20 5 0,0-11 0,20 14 0,-125-6 0,-74 16 0,207 4 0,-307-12 0,284 9 0,-41-3 0,27-13 0,3 1 0,7 12 0,-93 6 0,68 2 0,17-1 0,-120-2 0,86-10 0,-33 0 0,-503 9 0,345 4 0,-1428-2 0,1739 0 0,0 0 0,0 1 0,0 1 0,0 0 0,0 0 0,1 1 0,-1 1 0,1 0 0,0 1 0,0 0 0,0 0 0,1 1 0,0 1 0,0 0 0,0 0 0,-12 13 0,17-16 0,-1 1 0,1-1 0,-1 1 0,-10 4 0,10-6 0,-1 1 0,1 0 0,0 0 0,-9 9 0,2 3 0,0 1 0,1 0 0,-14 28 0,15-25 0,-1 0 0,-25 30 0,29-38 0,0-1 0,1 1 0,1 0 0,0 0 0,0 1 0,1 0 0,1 0 0,0 0 0,1 1 0,-2 17 0,1 12 0,4 82 0,1-54 0,-2-34 0,1-20 0,-1 1 0,5 29 0,-2-39 0,0 0 0,1-1 0,0 1 0,0-1 0,0 1 0,7 8 0,30 40 0,-33-48-124,1 0 0,0-1 0,0 1 0,1-1 0,0-1 0,0 0-1,1 0 1,0-1 0,0 0 0,13 4 0,-1 0-6702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3:29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24575,'0'581'0,"0"-1079"0,0 494 0,0 0 0,0 0 0,1 0 0,-1 0 0,1 0 0,0 1 0,2-7 0,-3 9 0,1-1 0,0 1 0,0-1 0,0 1 0,0 0 0,0-1 0,1 1 0,-1 0 0,0 0 0,1 0 0,-1-1 0,0 1 0,1 1 0,-1-1 0,1 0 0,0 0 0,-1 1 0,1-1 0,2 0 0,11-2 0,1 0 0,-1 2 0,1 0 0,16 1 0,-13 0 0,0-1 0,23-3 0,6-6 0,-6 1 0,69-5 0,-86 12 0,34-8 0,-22 3 0,10-3 0,-31 6 0,0 1 0,0 0 0,31 0 0,-45 3 0,1 0 0,0 1 0,0-1 0,0 0 0,0 1 0,0 0 0,-1 0 0,1 0 0,0 0 0,-1 0 0,1 1 0,-1-1 0,1 1 0,-1 0 0,1-1 0,1 3 0,-1 0 0,0-1 0,-1 1 0,0-1 0,1 1 0,-1 0 0,0 0 0,-1 0 0,1 0 0,1 7 0,0 6 0,0-1 0,-2 1 0,0 0 0,-1 23 0,0-39 0,-3 280 0,3-219 0,0-55 0,0 0 0,0 0 0,-1 0 0,0 0 0,0 0 0,-1 0 0,-2 7 0,3-11 0,-1 0 0,1-1 0,-1 1 0,1-1 0,-1 0 0,0 1 0,0-1 0,0 0 0,0 0 0,0 0 0,0 0 0,-1-1 0,1 1 0,-1-1 0,1 1 0,-1-1 0,1 0 0,-1 0 0,0 0 0,-3 1 0,-12 1 0,0-1 0,0-1 0,0 0 0,-36-4 0,10 1 0,-262 1 21,177 1-1407,110 0-5440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3:40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46 278 24575,'0'308'0,"0"-308"0,0 0 0,0 0 0,0 0 0,0 0 0,0 0 0,0 0 0,0 0 0,0 1 0,0-1 0,0 0 0,0 0 0,0 0 0,0 0 0,0 0 0,0 0 0,0 0 0,0 0 0,0 0 0,0 0 0,0 0 0,0 0 0,0 0 0,0 0 0,0 0 0,0 0 0,0 0 0,0 1 0,0-1 0,0 0 0,0 0 0,0 0 0,0 0 0,0 0 0,0 0 0,-1 0 0,1 0 0,0 0 0,0 0 0,0 0 0,0 0 0,0 0 0,0 0 0,0 0 0,0 0 0,0 0 0,0 0 0,0 0 0,0 0 0,0 0 0,0 0 0,0 0 0,0 0 0,-1 0 0,1 0 0,0 0 0,0 0 0,0 0 0,0 0 0,0 0 0,0 0 0,0 0 0,0 0 0,0 0 0,0 0 0,0 0 0,0 0 0,0-1 0,0 1 0,-6-5 0,-3-10 0,4 3 0,0 1 0,1-1 0,0 0 0,1-1 0,0 1 0,1 0 0,-1-16 0,3-92 0,2 61 0,-2 42 0,1 1 0,0 0 0,1 0 0,6-22 0,-6 33 0,0-1 0,0 1 0,0-1 0,1 1 0,-1 0 0,1 0 0,1 0 0,-1 0 0,1 1 0,-1-1 0,1 1 0,1 0 0,-1 0 0,1 1 0,8-7 0,-4 5 0,0-2 0,-1 1 0,13-13 0,-17 15 0,0 1 0,0-1 0,0 2 0,0-1 0,0 0 0,1 1 0,-1 0 0,1 0 0,-1 0 0,1 1 0,0 0 0,4-1 0,9-1 0,31 0 0,-32 3 0,-1-1 0,18-4 0,-17 1 0,0 1 0,0 1 0,0 0 0,0 1 0,32 2 0,-46 0 0,0 0 0,0 1 0,0-1 0,-1 0 0,1 1 0,0 0 0,-1-1 0,1 1 0,-1 0 0,1 0 0,-1 1 0,0-1 0,0 0 0,0 1 0,0-1 0,0 1 0,-1 0 0,1-1 0,-1 1 0,0 0 0,0 0 0,1 3 0,2 6 0,-1-1 0,0 0 0,-1 1 0,1 20 0,-2 189 0,-2-101 0,1-103 0,0-7 0,0 1 0,0-1 0,-1 0 0,0 1 0,-4 14 0,4-22 0,-1 0 0,1 0 0,0 0 0,-1 0 0,0-1 0,1 1 0,-1 0 0,0-1 0,-1 1 0,1-1 0,0 0 0,-1 0 0,1 0 0,-1 0 0,1 0 0,-1 0 0,0-1 0,0 1 0,0-1 0,0 0 0,0 0 0,-4 1 0,-12 1 0,1 0 0,-1-1 0,0-1 0,0 0 0,-26-4 0,25 2 0,0 0 0,-1 1 0,1 1 0,-32 6 0,32-3-682,-34 4-1,37-7-6143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3:43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267 109 24575,'-1'617'0,"-7"-681"0,-5-361 0,13 385 0,1 35 0,-1-1 0,1 1 0,0-1 0,0 1 0,0-1 0,1 1 0,0 0 0,0 0 0,4-7 0,2-2 0,19-24 0,-15 22 0,-8 12 0,0-1 0,0 1 0,0 0 0,1 0 0,-1 0 0,1 1 0,0-1 0,0 1 0,0 1 0,1-1 0,-1 1 0,1 0 0,8-3 0,5 1 0,1 1 0,33-2 0,-41 4 0,365-5 0,-315 6 0,-48 0 0,-3 0 0,0 0 0,0 1 0,0 0 0,10 3 0,-18-4 0,0 1 0,0 0 0,-1 0 0,1 0 0,0 1 0,-1-1 0,1 1 0,-1-1 0,1 1 0,-1 0 0,0 0 0,0 0 0,0 0 0,0 0 0,0 0 0,0 1 0,-1-1 0,1 1 0,1 4 0,0 2 0,0 1 0,-1 0 0,0 0 0,0 1 0,-1-1 0,-1 0 0,0 0 0,-1 16 0,0-4 0,-9 325 0,10-338 0,0 0 0,0-1 0,0 1 0,-1-1 0,-3 12 0,4-17 0,-1-1 0,0 1 0,0-1 0,0 1 0,-1-1 0,1 0 0,-1 1 0,1-1 0,-1 0 0,0 0 0,1 0 0,-1 0 0,0-1 0,0 1 0,-1 0 0,1-1 0,0 1 0,-4 1 0,-6 1 0,0 0 0,0-1 0,-1 0 0,0 0 0,1-1 0,-1-1 0,-24-1 0,17 1 0,-346 18-24,-86 2-1783,398-20-4553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4:07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72 323 24575,'0'235'0,"0"-290"0,-1 3 0,2 0 0,8-53 0,-5 78 0,-1 8 0,7-25 0,-8 37 0,0 0 0,1 1 0,0-1 0,0 1 0,0 0 0,1 0 0,6-8 0,89-91 0,-96 102 0,1-1 0,-1 1 0,1 0 0,-1 0 0,1 0 0,0 1 0,0-1 0,1 1 0,-1 0 0,0 0 0,1 0 0,-1 1 0,1 0 0,7-2 0,5 1 0,-1 1 0,32 1 0,-24 1 0,40-1 0,86 3 0,-146-3 0,0 1 0,-1-1 0,1 1 0,-1 0 0,1 0 0,-1 0 0,1 0 0,-1 0 0,1 1 0,-1 0 0,0-1 0,0 1 0,0 0 0,0 1 0,0-1 0,0 1 0,-1-1 0,1 1 0,-1 0 0,0 0 0,0 0 0,0 0 0,0 0 0,0 0 0,-1 0 0,1 1 0,1 5 0,2 9 0,0-1 0,-1 1 0,0 0 0,0 29 0,-3 77 0,-2-81 0,1 30 0,-4 88 0,4-159 0,0 0 0,0-1 0,0 1 0,-1 0 0,1 0 0,-1-1 0,1 1 0,-1 0 0,0-1 0,1 1 0,-1-1 0,0 1 0,0 0 0,0-1 0,0 0 0,-1 1 0,1-1 0,0 0 0,-1 0 0,1 1 0,0-1 0,-1 0 0,1 0 0,-1-1 0,0 1 0,1 0 0,-4 1 0,-3-1 0,1 0 0,0 0 0,-1 0 0,1-1 0,-12-1 0,6 1 0,-540-6-1365,493 6-5461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4:10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25 24575,'-2'33'0,"-1"-1"0,-10 42 0,4-21 0,-10 55 0,2-18 0,-8 162 0,25-243 0,0-16 0,1-17 0,0-376 0,-1 388 0,1 1 0,0 0 0,0 0 0,1 0 0,0 0 0,4-12 0,-4 19 0,0-1 0,0 1 0,0-1 0,1 1 0,0 0 0,-1 0 0,1 0 0,1 0 0,-1 1 0,0-1 0,1 1 0,0 0 0,0 0 0,0 0 0,0 0 0,5-2 0,5-1 0,0 1 0,0 1 0,17-4 0,8-2 0,2 1 0,-29 7 0,1-1 0,-2-1 0,20-7 0,-15 5 0,-1 1 0,1 1 0,-1 0 0,1 1 0,1 0 0,-1 2 0,0 0 0,0 0 0,33 4 0,-46-2 0,1-1 0,-1 1 0,1 0 0,-1 0 0,1 0 0,-1 1 0,1-1 0,-1 1 0,0-1 0,0 1 0,0 0 0,0 1 0,0-1 0,0 0 0,-1 1 0,1-1 0,-1 1 0,1 0 0,-1 0 0,0 0 0,0 0 0,2 5 0,2 6 0,-1 1 0,0 0 0,-1-1 0,3 18 0,0-2 0,16 45 0,-15-56 0,-2 1 0,0 1 0,-2-1 0,4 27 0,2 41 0,1 24 0,-4-59 0,-6-44 0,-1-8 0,0 0 0,0 0 0,0 0 0,0 0 0,0 0 0,0 0 0,0 0 0,0 0 0,0 0 0,-1 0 0,1 0 0,-1 0 0,1 0 0,0 0 0,-1-1 0,0 1 0,1 0 0,-1 0 0,1 0 0,-1-1 0,0 1 0,0 0 0,1-1 0,-1 1 0,0 0 0,0-1 0,0 1 0,0-1 0,0 1 0,1-1 0,-1 0 0,0 1 0,0-1 0,0 0 0,-2 0 0,-5 2 0,0-1 0,0 0 0,-12 0 0,12-1 0,-308 0 0,122-3 0,-143 3-1365,314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4:13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24575,'0'489'0,"0"-890"0,-1 394 0,2 1 0,-1-1 0,1 1 0,0-1 0,0 1 0,4-12 0,-4 15 0,1 1 0,-1-1 0,1 0 0,-1 1 0,1-1 0,0 1 0,0 0 0,0-1 0,0 1 0,0 0 0,1 0 0,-1 0 0,1 1 0,-1-1 0,1 1 0,5-3 0,8-2 0,28-5 0,-16 4 0,-1 2 0,31-4 0,-38 7 0,0-1 0,0 0 0,31-11 0,-36 8 0,-3 1 0,1 0 0,0 1 0,0 0 0,23-3 0,-33 7 0,0 0 0,0 0 0,0 0 0,0 0 0,0 0 0,0 0 0,0 1 0,0 0 0,0-1 0,0 1 0,0 0 0,-1 0 0,1 1 0,0-1 0,-1 1 0,1-1 0,-1 1 0,0 0 0,1 0 0,-1 0 0,0 0 0,0 0 0,0 0 0,0 1 0,0-1 0,-1 1 0,3 3 0,1 8 0,0 0 0,-1 0 0,0 0 0,-1 1 0,1 22 0,6 23 0,2 0 0,-2 0 0,-3 1 0,-1 83 0,-5-127 0,-1-8 0,0 0 0,-1 15 0,0-21 0,1-1 0,-1 0 0,1 0 0,-1 1 0,0-1 0,0 0 0,0 0 0,0 0 0,0 0 0,0 0 0,0 0 0,-1 0 0,1-1 0,-1 1 0,-2 2 0,-4 2 0,0-1 0,-1-1 0,0 1 0,0-1 0,0-1 0,0 1 0,0-1 0,-18 2 0,-5 0 0,-42 0 0,-227-4-1365,268-1-5461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3:52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24575,'3'1'0,"0"-1"0,-1 0 0,1 1 0,0 0 0,-1-1 0,1 1 0,-1 0 0,1 1 0,-1-1 0,1 0 0,-1 1 0,0-1 0,3 3 0,27 27 0,-19-18 0,130 136 0,-27-28 0,95 90 0,155 159 0,-135-149 0,-178-171 0,82 104 0,-88-98 0,28 43 0,83 142 0,-2-3 0,-39-67 0,-27-38 0,6 8 0,96 128 0,-190-266 0,210 281 0,-192-255 0,66 104 0,-76-115 0,1 2 0,-1 0 0,0 0 0,8 28 0,-9-21 0,1-2 0,20 41 0,35 46 0,-19-36 0,-36-58 0,6 11 0,1 0 0,24 29 0,-5-15 0,72 94 0,-73-81 0,-21-31 0,23 29 0,-23-34 0,0 0 0,-2 1 0,0 1 0,-2 0 0,15 43 0,-2-8 0,48 91 0,-41-89 0,-10-19 0,31 47 0,-24-45 0,31 68 0,-1 0 0,-47-95 0,22 25 0,-21-27 0,-1 0 0,16 25 0,62 146-1365,-82-173-5461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3:54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3936 15 24575,'0'-1'0,"0"1"0,0-1 0,0 1 0,0-1 0,0 0 0,-1 1 0,1-1 0,0 1 0,0-1 0,-1 1 0,1-1 0,0 1 0,-1-1 0,1 1 0,-1 0 0,1-1 0,0 1 0,-1-1 0,1 1 0,-1 0 0,1-1 0,-1 1 0,1 0 0,-2-1 0,1 1 0,-1-1 0,1 1 0,-1-1 0,1 1 0,-1 0 0,1-1 0,-1 1 0,1 0 0,-4 0 0,-3 2 0,-1 1 0,1-1 0,0 1 0,0 1 0,0-1 0,-13 9 0,15-8 0,-180 117 0,55-34 0,-623 375-746,748-458 746,-667 424 0,56 0-985,175-123 389,241-168 527,-140 101-215,18 22 108,313-252 205,-11 11 566,-21 25 1,36-38-470,1 1 1,0 0 0,0 0-1,1 1 1,0-1 0,0 1-1,1 0 1,-3 9 0,-26 99 369,27-98-1861,-1-3-5461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4:17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24575,'0'9'0,"0"0"0,1 0 0,0 0 0,0-1 0,1 1 0,0 0 0,1-1 0,-1 1 0,2-1 0,-1 0 0,1 0 0,1 0 0,5 8 0,36 51 16,90 102 1,73 49-687,-173-181 333,625 611-1960,32-30 2098,88 12 214,-307-252-219,-75-45-729,-234-193 654,314 283-1207,105 86 1614,7 5-27,-3 84 1482,-433-422-935,-50-55 161,23 26 864,45 50-1661,268 267 241,-259-274-214,-178-185-39,263 270 0,13-13 0,63 38 436,-281-244-240,63 74-1,43 71 217,-121-144-540,98 114 128,-92-110 0,117 115 0,-35-40 0,-74-71 0,115 134 0,-173-195 0,50 64 0,76 78 0,196 143 0,-82-78 0,-84-49 0,-75-73 0,-42-47 0,48 36 0,-44-45 0,-25-19 0,27 24 0,26 31-1365,-54-53-5461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4:19.5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13113 0 24575,'-10'1'0,"1"0"0,0 0 0,0 1 0,0 0 0,0 0 0,0 1 0,0 1 0,-9 4 0,0-1 0,-325 142-1308,98-42 570,-505 233-1934,38-17 224,-756 294 2448,962-407 0,26-1-231,-674 405 0,-195 291-2078,565-336 2309,-152 128-534,869-646 550,-368 306 51,-164 154 1228,518-445-1244,-391 348-51,157-135 0,-496 401 2171,575-480-1633,58-47-641,-354 281 2905,430-353-1126,-58 51 188,118-87-1749,31-32-122,-2 1 0,-24 20 0,22-22 7,1 2 0,0 0 0,-18 24 0,-16 17 0,32-37-682,-19 24-1,23-25-6143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6:00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24575,'814'18'-2463,"-50"24"2463,-479-21 648,273 5 1159,-182-27-1760,-209 2-1451,-125-1-5422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6:03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1 214 23653,'4397'-213'0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6:06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21389,'2924'0'0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6:13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0 216 24575,'21'-1'0,"0"-1"0,28-7 0,-17 3 0,404-36-335,4 37-619,-327 5 1019,422 2-1950,392-3 713,-644-10 1221,-66 1 2699,-168 6-2256,70-14 0,-76 10-325,1 1 0,49 0-1,-27 9-166,-33-1 0,1-1 0,-1-1 0,44-7 0,-8-6 0,1 3 0,128-2 0,-47 5 0,-50 1 0,591 1 0,-459 8 0,-200-2 0,218-9 0,15-5 0,3 14 0,-94 2 0,3368-2 0,-3533 0 0,-1 2 0,0-1 0,0 1 0,0 0 0,0 1 0,15 7 0,-12-6 0,0 1 0,22 4 0,0-6-32,1 0-1,48-4 1,-41 0-1236,-20 1-5558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6:15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24575,'7'3'0,"6"2"0,16 0 0,31-2 0,28 0 0,46-1 0,29 6 0,38 2-2020,50-1 2020,22-1-3084,4-3 3084,14-2 0,-39-1 0,-52-2 0,-45 0-711,-46 0 711,-41 0-2376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6:35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88 24575,'38'-2'0,"40"-6"0,28-3 0,87 2 0,16-1 0,98-12 0,-41 2 0,469 15 0,-452 6 0,1110-1-1365,-1374 0-5461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6:41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1 236 24575,'1211'-39'-5380,"-848"12"4203,835-58-3450,6 26 2826,-1030 52 2597,-49-1 36,-39-2 2334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6:43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24575,'2222'0'-3215,"-2182"0"-1761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7:15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 24575,'3'-2'0,"-1"1"0,0 0 0,1-1 0,-1 1 0,1 0 0,0 0 0,-1 0 0,1 1 0,0-1 0,-1 1 0,1-1 0,0 1 0,4 0 0,2-1 0,61-6-21,334-27-204,847 23-941,-762 13 2578,117-2-2777,-583 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7:16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24575,'8'1'0,"0"0"0,1 0 0,-1 1 0,9 2 0,18 5 0,110 5 0,78 22 0,-5-1 0,225 8-612,5-23 1,598-13 324,-614-9-987,-407 2-4133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7:19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23977,'8068'0'0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7:25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8536 1411 24575,'36'-10'0,"-21"6"0,-1-1 0,28-11 0,-3-4 0,130-70 0,-164 86 0,0 1 0,0-1 0,0 1 0,-1-2 0,1 1 0,-1 0 0,0-1 0,-1 1 0,1-1 0,-1 0 0,0-1 0,0 1 0,0 0 0,-1-1 0,0 1 0,0-1 0,0 0 0,1-8 0,0-8 0,-1-1 0,-1 0 0,-3-35 0,0 13 0,3 13 0,-3-38 0,1 63 0,0-1 0,0 1 0,-1 0 0,0 0 0,0 1 0,-1-1 0,-4-9 0,-30-45 0,-14-24 0,34 46 0,12 27 0,0 0 0,-1 1 0,-8-14 0,-32-33 0,-6-9 0,41 50 0,-19-23 0,25 34 0,-1 1 0,1-1 0,-1 1 0,0 1 0,-1-1 0,1 1 0,-8-4 0,-8-4 0,1-1 0,0-1 0,-20-17 0,26 19 0,-2 0 0,0 1 0,-37-16 0,18 9 0,23 12 0,1 1 0,-1 0 0,0 0 0,0 2 0,0-1 0,-16-1 0,-4 3 0,-45 0 0,14 3 0,-300-1 0,288-5 0,-137-27 0,-165-10 0,372 42 0,-461-7 0,296 8 0,133-3 0,-41-7 0,-13-1 0,73 8 0,0-1 0,-35-10 0,-8-2 0,-73 2 0,42 7 0,-164-9 0,-2 16 0,88 0 0,153-1 0,-92 0 0,-140 18 0,-117 10 0,-2-28 0,148-2 0,-1936 2 0,2017-11 0,-3 0 0,-1154 12-1365,1277-1-5461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7:45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24575,'-1'49'0,"4"75"0,-2-105 0,2-1 0,0 1 0,1-1 0,10 29 0,-10-35 0,0 1 0,-1-1 0,-1 1 0,0 0 0,1 15 0,-4 67 0,0-47 0,0 388 0,2-414 0,8 43 0,0-4 0,-8-52 0,2 1 0,-1-1 0,1 0 0,0 1 0,6 11 0,-4-10 0,0 0 0,-1 0 0,3 14 0,-5-14 0,9 36 0,-10-43 0,0 1 0,1-1 0,0-1 0,0 1 0,0 0 0,0 0 0,1-1 0,5 7 0,2-1 0,0 0 0,0-1 0,1-1 0,0 0 0,0 0 0,1-1 0,0 0 0,0-1 0,0-1 0,14 4 0,250 61 0,-231-57-682,79 11-1,-98-21-6143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7:47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24575,'0'-4'0,"4"-1"0,4 0 0,9 1 0,12 1 0,4 2 0,12 4 0,20 1 0,20 1 0,10-1 0,5 3 0,-6 0 0,-10-2 0,-9-1 0,-17-1-8191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7:49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 45 24575,'2'0'0,"-1"-1"0,0 1 0,0-1 0,0 1 0,0-1 0,0 0 0,0 0 0,0 1 0,0-1 0,0 0 0,1-2 0,5-4 0,0 4 0,-1-1 0,0 1 0,1 1 0,-1-1 0,1 1 0,0 0 0,0 0 0,8 0 0,59-2 0,-53 4 0,407-1 0,-220 3 0,-200-2 0,19 0 0,41 5 0,-64-5 0,0 1 0,0 0 0,-1 0 0,1 1 0,0-1 0,-1 1 0,1 0 0,-1 0 0,1 0 0,-1 0 0,0 1 0,0-1 0,0 1 0,0 0 0,-1-1 0,1 1 0,-1 1 0,0-1 0,1 0 0,-2 1 0,1-1 0,2 6 0,1 6 0,0 1 0,-1 0 0,0 0 0,0 19 0,0-10 0,78 512 0,-68-444 0,-4 1 0,-2 115 0,-7-190 0,5 36 0,0-5 0,-6-48 0,1 1 0,-1-1 0,-1 0 0,1 0 0,0 0 0,0 0 0,-1 0 0,1 0 0,-1 0 0,0 0 0,1 0 0,-1 0 0,0 0 0,0-1 0,0 1 0,0 0 0,-1-1 0,1 1 0,0 0 0,-1-1 0,1 0 0,-1 1 0,0-1 0,1 0 0,-4 2 0,-3 1 0,0-1 0,0 0 0,0 0 0,0-1 0,-10 1 0,-79 12 1,-114 3-1,81-8-152,43-3-317,-714 44-1034,758-50-4565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8:10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24575,'7'0'0,"9"0"0,14 0 0,12 0 0,6 0 0,6 0 0,-3 0 0,-6 0 0,-7 0 0,-3 0 0,-8 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8:12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24575,'83'0'0,"496"17"0,70 57 0,-536-63 0,168-6 0,-182-6 0,60 11 0,-40-1 0,-83-7 1139,203 12-9062,-160-9 7295,109-2 8293,-162-4-7918,171 16 253,-75-3 0,188 2-601,-50-3 141,154 15-729,-327-21-4752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8:14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24575,'2224'0'-2213,"-2165"0"-3765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8:23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1154 24575,'4368'0'0,"-4331"2"0,-1 1 0,38 10 0,21 1 0,347-3 0,-287-12 0,-150 0 0,0 1 0,0-1 0,0 0 0,0 0 0,0 0 0,0-1 0,-1 0 0,1 1 0,0-2 0,-1 1 0,5-3 0,5-5 0,24-22 0,-29 23 0,-2 4 0,-1-1 0,0 0 0,-1-1 0,1 0 0,-1 0 0,-1 0 0,1 0 0,-1-1 0,0 1 0,-1-1 0,0 0 0,0-1 0,-1 1 0,0 0 0,2-17 0,4-35 0,5-54 0,-11-125 0,-3 133 0,1 81 0,-1 0 0,-1 0 0,-1 0 0,-8-30 0,8 47 0,0 1 0,0 0 0,-1 0 0,0 0 0,0 0 0,-1 0 0,0 1 0,-8-9 0,-3-1 0,-32-24 0,37 32 0,0 1 0,-1 0 0,0 1 0,0 0 0,-1 1 0,1 0 0,-1 1 0,0 1 0,-26-4 0,-2 3 0,-79 4 0,78 1 0,-73-6 0,-150-13 0,-2 18 0,108 1 0,-310-1 0,338-10 0,42 1 0,-60-12 0,9 0 0,-268 16 0,236 7 0,93-2 0,-201-9 0,35-6 0,-1 16 0,85 1 0,-98-13 0,5 0 0,-397 12 0,623 0 0,-34 6 0,1 1 0,22-5 0,-151 16 0,186-18 0,0 0 0,-1-1 0,1 2 0,0-1 0,0 0 0,0 1 0,0 0 0,0 0 0,0 0 0,0 1 0,1-1 0,-1 1 0,1-1 0,0 1 0,0 1 0,0-1 0,-4 5 0,-14 18 0,-1 2 0,-20 31 0,36-49 0,0 1 0,1 0 0,0 0 0,1 0 0,0 0 0,0 1 0,-1 12 0,1 13 0,2 0 0,4 58 0,0-23 0,-3-19 0,2 55 0,1-91 0,0 0 0,0-1 0,2 1 0,6 20 0,-4-24 0,0 0 0,1-1 0,0 0 0,11 12 0,13 24 0,10 43-1365,-34-75-5461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8:27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24575,'79'0'-12,"810"9"-641,-166 20-848,102 2-2969,1-15 3962,829-14 5387,-889-3-2614,-351 1-2265,-372 2 0,84 16 0,2 0 0,92-10 0,-32-3 0,-97 0 0,128 9 0,558 41 0,-363-52-319,-327-4-727,-70 1-5780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1:48:29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1810 0 24575,'-289'11'0,"63"-1"0,-654-7 34,491-4-1433,363 1-5427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131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27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0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179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84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24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47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25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739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431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4996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9.png"/><Relationship Id="rId18" Type="http://schemas.openxmlformats.org/officeDocument/2006/relationships/customXml" Target="../ink/ink11.xml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customXml" Target="../ink/ink8.xml"/><Relationship Id="rId17" Type="http://schemas.openxmlformats.org/officeDocument/2006/relationships/image" Target="../media/image11.png"/><Relationship Id="rId2" Type="http://schemas.openxmlformats.org/officeDocument/2006/relationships/customXml" Target="../ink/ink3.xml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customXml" Target="../ink/ink7.xml"/><Relationship Id="rId19" Type="http://schemas.openxmlformats.org/officeDocument/2006/relationships/image" Target="../media/image12.png"/><Relationship Id="rId4" Type="http://schemas.openxmlformats.org/officeDocument/2006/relationships/customXml" Target="../ink/ink4.xml"/><Relationship Id="rId9" Type="http://schemas.openxmlformats.org/officeDocument/2006/relationships/image" Target="../media/image7.png"/><Relationship Id="rId14" Type="http://schemas.openxmlformats.org/officeDocument/2006/relationships/customXml" Target="../ink/ink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13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customXml" Target="../ink/ink18.xml"/><Relationship Id="rId17" Type="http://schemas.openxmlformats.org/officeDocument/2006/relationships/image" Target="../media/image21.png"/><Relationship Id="rId2" Type="http://schemas.openxmlformats.org/officeDocument/2006/relationships/customXml" Target="../ink/ink13.xml"/><Relationship Id="rId16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customXml" Target="../ink/ink17.xml"/><Relationship Id="rId4" Type="http://schemas.openxmlformats.org/officeDocument/2006/relationships/customXml" Target="../ink/ink14.xml"/><Relationship Id="rId9" Type="http://schemas.openxmlformats.org/officeDocument/2006/relationships/image" Target="../media/image17.png"/><Relationship Id="rId14" Type="http://schemas.openxmlformats.org/officeDocument/2006/relationships/customXml" Target="../ink/ink1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13" Type="http://schemas.openxmlformats.org/officeDocument/2006/relationships/image" Target="../media/image27.png"/><Relationship Id="rId18" Type="http://schemas.openxmlformats.org/officeDocument/2006/relationships/customXml" Target="../ink/ink29.xml"/><Relationship Id="rId26" Type="http://schemas.openxmlformats.org/officeDocument/2006/relationships/customXml" Target="../ink/ink33.xml"/><Relationship Id="rId3" Type="http://schemas.openxmlformats.org/officeDocument/2006/relationships/image" Target="../media/image22.png"/><Relationship Id="rId21" Type="http://schemas.openxmlformats.org/officeDocument/2006/relationships/image" Target="../media/image31.png"/><Relationship Id="rId7" Type="http://schemas.openxmlformats.org/officeDocument/2006/relationships/image" Target="../media/image24.png"/><Relationship Id="rId12" Type="http://schemas.openxmlformats.org/officeDocument/2006/relationships/customXml" Target="../ink/ink26.xml"/><Relationship Id="rId17" Type="http://schemas.openxmlformats.org/officeDocument/2006/relationships/image" Target="../media/image29.png"/><Relationship Id="rId25" Type="http://schemas.openxmlformats.org/officeDocument/2006/relationships/image" Target="../media/image33.png"/><Relationship Id="rId2" Type="http://schemas.openxmlformats.org/officeDocument/2006/relationships/customXml" Target="../ink/ink21.xml"/><Relationship Id="rId16" Type="http://schemas.openxmlformats.org/officeDocument/2006/relationships/customXml" Target="../ink/ink28.xml"/><Relationship Id="rId20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26.png"/><Relationship Id="rId24" Type="http://schemas.openxmlformats.org/officeDocument/2006/relationships/customXml" Target="../ink/ink32.xml"/><Relationship Id="rId5" Type="http://schemas.openxmlformats.org/officeDocument/2006/relationships/image" Target="../media/image23.png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10" Type="http://schemas.openxmlformats.org/officeDocument/2006/relationships/customXml" Target="../ink/ink25.xml"/><Relationship Id="rId19" Type="http://schemas.openxmlformats.org/officeDocument/2006/relationships/image" Target="../media/image30.png"/><Relationship Id="rId4" Type="http://schemas.openxmlformats.org/officeDocument/2006/relationships/customXml" Target="../ink/ink22.xml"/><Relationship Id="rId9" Type="http://schemas.openxmlformats.org/officeDocument/2006/relationships/image" Target="../media/image25.png"/><Relationship Id="rId14" Type="http://schemas.openxmlformats.org/officeDocument/2006/relationships/customXml" Target="../ink/ink27.xml"/><Relationship Id="rId22" Type="http://schemas.openxmlformats.org/officeDocument/2006/relationships/customXml" Target="../ink/ink31.xml"/><Relationship Id="rId27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D64070-05AE-6FFF-06F2-2EEE3E9F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708EC0F-2F17-EA01-C2B6-F351A827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0B5D89-C89E-3EC1-DAA4-A00BC05FA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DDL &amp; DML commands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07AD26-17C8-2C95-4E5C-F81FEBB8C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7BB61E-853D-B893-E156-24D3B0A16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B792A4-35FF-6A1F-15C5-D40A7B963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A7276FBC-3E80-E20A-B8C5-850192A737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91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421861-9152-08B2-47D1-0190415FE243}"/>
              </a:ext>
            </a:extLst>
          </p:cNvPr>
          <p:cNvSpPr/>
          <p:nvPr/>
        </p:nvSpPr>
        <p:spPr>
          <a:xfrm>
            <a:off x="3614738" y="885825"/>
            <a:ext cx="4400550" cy="8786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 err="1"/>
              <a:t>CockroachDB</a:t>
            </a:r>
            <a:r>
              <a:rPr lang="en-IN" sz="2800" dirty="0"/>
              <a:t> Cluster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5DFBCB-267E-7442-C864-6B6CDA90008D}"/>
              </a:ext>
            </a:extLst>
          </p:cNvPr>
          <p:cNvSpPr/>
          <p:nvPr/>
        </p:nvSpPr>
        <p:spPr>
          <a:xfrm>
            <a:off x="807245" y="2074067"/>
            <a:ext cx="2221706" cy="1012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System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94FCF3-D889-7498-98AE-F533C471669B}"/>
              </a:ext>
            </a:extLst>
          </p:cNvPr>
          <p:cNvSpPr/>
          <p:nvPr/>
        </p:nvSpPr>
        <p:spPr>
          <a:xfrm>
            <a:off x="3488532" y="2074068"/>
            <a:ext cx="2221706" cy="1012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postgres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8036B7-5571-15FF-33DF-7493362B66F8}"/>
              </a:ext>
            </a:extLst>
          </p:cNvPr>
          <p:cNvSpPr/>
          <p:nvPr/>
        </p:nvSpPr>
        <p:spPr>
          <a:xfrm>
            <a:off x="6231733" y="2074068"/>
            <a:ext cx="2221706" cy="957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defaultdb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E3E111-061B-0295-DA76-8DD173B9A2C0}"/>
              </a:ext>
            </a:extLst>
          </p:cNvPr>
          <p:cNvSpPr/>
          <p:nvPr/>
        </p:nvSpPr>
        <p:spPr>
          <a:xfrm>
            <a:off x="8913020" y="2074067"/>
            <a:ext cx="2221706" cy="957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userdatabase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5974A7-4F6A-EE1A-59D3-F56282BEF5BD}"/>
              </a:ext>
            </a:extLst>
          </p:cNvPr>
          <p:cNvCxnSpPr>
            <a:stCxn id="7" idx="2"/>
          </p:cNvCxnSpPr>
          <p:nvPr/>
        </p:nvCxnSpPr>
        <p:spPr>
          <a:xfrm>
            <a:off x="7342586" y="3031331"/>
            <a:ext cx="1189" cy="1047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F07CB7A-1D38-5A51-50C1-96F0EA3BA112}"/>
              </a:ext>
            </a:extLst>
          </p:cNvPr>
          <p:cNvSpPr/>
          <p:nvPr/>
        </p:nvSpPr>
        <p:spPr>
          <a:xfrm>
            <a:off x="6450806" y="4186238"/>
            <a:ext cx="991793" cy="407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schema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45D985-E853-3AFA-A470-951DE5AB4AA4}"/>
              </a:ext>
            </a:extLst>
          </p:cNvPr>
          <p:cNvSpPr/>
          <p:nvPr/>
        </p:nvSpPr>
        <p:spPr>
          <a:xfrm>
            <a:off x="7519391" y="4186238"/>
            <a:ext cx="991793" cy="407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schema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2D787-0DB5-8933-6DE5-4CB808165896}"/>
              </a:ext>
            </a:extLst>
          </p:cNvPr>
          <p:cNvSpPr/>
          <p:nvPr/>
        </p:nvSpPr>
        <p:spPr>
          <a:xfrm>
            <a:off x="6450806" y="4700588"/>
            <a:ext cx="991793" cy="407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Public s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CA778D-1F04-E6F0-C97A-641A9E5F0962}"/>
              </a:ext>
            </a:extLst>
          </p:cNvPr>
          <p:cNvCxnSpPr>
            <a:stCxn id="8" idx="2"/>
          </p:cNvCxnSpPr>
          <p:nvPr/>
        </p:nvCxnSpPr>
        <p:spPr>
          <a:xfrm>
            <a:off x="10023873" y="3031330"/>
            <a:ext cx="0" cy="1047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132C62B-A655-39D7-ED69-1002C7E5C723}"/>
              </a:ext>
            </a:extLst>
          </p:cNvPr>
          <p:cNvSpPr/>
          <p:nvPr/>
        </p:nvSpPr>
        <p:spPr>
          <a:xfrm>
            <a:off x="9008269" y="4186238"/>
            <a:ext cx="871537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Public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0AC823-3239-2BBC-691F-92F0602FCC77}"/>
              </a:ext>
            </a:extLst>
          </p:cNvPr>
          <p:cNvSpPr/>
          <p:nvPr/>
        </p:nvSpPr>
        <p:spPr>
          <a:xfrm>
            <a:off x="9972675" y="4161234"/>
            <a:ext cx="1364451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myschema</a:t>
            </a:r>
            <a:endParaRPr lang="en-US" dirty="0"/>
          </a:p>
        </p:txBody>
      </p:sp>
      <p:sp>
        <p:nvSpPr>
          <p:cNvPr id="18" name="Flowchart: Multidocument 17">
            <a:extLst>
              <a:ext uri="{FF2B5EF4-FFF2-40B4-BE49-F238E27FC236}">
                <a16:creationId xmlns:a16="http://schemas.microsoft.com/office/drawing/2014/main" id="{49FE55FC-471D-12C9-79E1-02D7C6260144}"/>
              </a:ext>
            </a:extLst>
          </p:cNvPr>
          <p:cNvSpPr/>
          <p:nvPr/>
        </p:nvSpPr>
        <p:spPr>
          <a:xfrm>
            <a:off x="10344150" y="4864894"/>
            <a:ext cx="892969" cy="628650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Multidocument 18">
            <a:extLst>
              <a:ext uri="{FF2B5EF4-FFF2-40B4-BE49-F238E27FC236}">
                <a16:creationId xmlns:a16="http://schemas.microsoft.com/office/drawing/2014/main" id="{71140CDD-F6B3-6731-59A6-ED75FC61313E}"/>
              </a:ext>
            </a:extLst>
          </p:cNvPr>
          <p:cNvSpPr/>
          <p:nvPr/>
        </p:nvSpPr>
        <p:spPr>
          <a:xfrm>
            <a:off x="9079706" y="4864894"/>
            <a:ext cx="892969" cy="628650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55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CEB6-D53A-39C6-B785-8B63171BD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8750DA-8A05-4F42-24B7-9ADBD360954D}"/>
              </a:ext>
            </a:extLst>
          </p:cNvPr>
          <p:cNvSpPr/>
          <p:nvPr/>
        </p:nvSpPr>
        <p:spPr>
          <a:xfrm>
            <a:off x="4669633" y="1009648"/>
            <a:ext cx="2221706" cy="957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New </a:t>
            </a:r>
            <a:r>
              <a:rPr lang="en-IN" dirty="0" err="1"/>
              <a:t>Databse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7580E5-E21C-51DB-7F52-2C548586A405}"/>
              </a:ext>
            </a:extLst>
          </p:cNvPr>
          <p:cNvCxnSpPr>
            <a:stCxn id="8" idx="2"/>
          </p:cNvCxnSpPr>
          <p:nvPr/>
        </p:nvCxnSpPr>
        <p:spPr>
          <a:xfrm>
            <a:off x="5780486" y="1966911"/>
            <a:ext cx="0" cy="1047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CBC6021-73F2-AFCA-2346-66A05DD2BAFC}"/>
              </a:ext>
            </a:extLst>
          </p:cNvPr>
          <p:cNvSpPr/>
          <p:nvPr/>
        </p:nvSpPr>
        <p:spPr>
          <a:xfrm>
            <a:off x="5660231" y="3429000"/>
            <a:ext cx="1147763" cy="457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Crdb_internal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561526-F03E-2B08-7AD6-7B4C8BE36539}"/>
              </a:ext>
            </a:extLst>
          </p:cNvPr>
          <p:cNvSpPr txBox="1"/>
          <p:nvPr/>
        </p:nvSpPr>
        <p:spPr>
          <a:xfrm>
            <a:off x="235744" y="1182231"/>
            <a:ext cx="38719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/>
              <a:t>System Schemas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 err="1"/>
              <a:t>Crdb_internal</a:t>
            </a:r>
            <a:endParaRPr lang="en-IN" sz="2800" dirty="0"/>
          </a:p>
          <a:p>
            <a:pPr marL="514350" indent="-514350">
              <a:buFont typeface="+mj-lt"/>
              <a:buAutoNum type="arabicPeriod"/>
            </a:pPr>
            <a:r>
              <a:rPr lang="en-IN" sz="2800" dirty="0" err="1"/>
              <a:t>Information_schema</a:t>
            </a:r>
            <a:endParaRPr lang="en-IN" sz="2800" dirty="0"/>
          </a:p>
          <a:p>
            <a:pPr marL="514350" indent="-514350">
              <a:buFont typeface="+mj-lt"/>
              <a:buAutoNum type="arabicPeriod"/>
            </a:pPr>
            <a:r>
              <a:rPr lang="en-IN" sz="2800" dirty="0" err="1"/>
              <a:t>Pg_extension</a:t>
            </a:r>
            <a:endParaRPr lang="en-IN" sz="2800" dirty="0"/>
          </a:p>
          <a:p>
            <a:pPr marL="514350" indent="-514350">
              <a:buFont typeface="+mj-lt"/>
              <a:buAutoNum type="arabicPeriod"/>
            </a:pPr>
            <a:r>
              <a:rPr lang="en-IN" sz="2800" dirty="0" err="1"/>
              <a:t>Pg_catalog</a:t>
            </a:r>
            <a:endParaRPr lang="en-US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2075CD-D34A-F03C-8D35-52422384EE6B}"/>
              </a:ext>
            </a:extLst>
          </p:cNvPr>
          <p:cNvSpPr/>
          <p:nvPr/>
        </p:nvSpPr>
        <p:spPr>
          <a:xfrm>
            <a:off x="6946107" y="3381375"/>
            <a:ext cx="871537" cy="457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Pg_ext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9553EC-0713-C203-0C11-F5562869BBD0}"/>
              </a:ext>
            </a:extLst>
          </p:cNvPr>
          <p:cNvSpPr/>
          <p:nvPr/>
        </p:nvSpPr>
        <p:spPr>
          <a:xfrm>
            <a:off x="4626770" y="2709862"/>
            <a:ext cx="871537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Public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ECABB9-7609-CB86-620A-4C71CEE0847F}"/>
              </a:ext>
            </a:extLst>
          </p:cNvPr>
          <p:cNvSpPr/>
          <p:nvPr/>
        </p:nvSpPr>
        <p:spPr>
          <a:xfrm>
            <a:off x="5644753" y="2709862"/>
            <a:ext cx="1071562" cy="457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Info_schema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29A476-B494-4855-5FFC-977E7038751B}"/>
              </a:ext>
            </a:extLst>
          </p:cNvPr>
          <p:cNvSpPr/>
          <p:nvPr/>
        </p:nvSpPr>
        <p:spPr>
          <a:xfrm>
            <a:off x="6891339" y="2724150"/>
            <a:ext cx="1376362" cy="457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Pg_catalog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72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1D78B-F40A-CE31-F076-325E32B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82AD-0226-719A-39C4-E4125DBEC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18" y="-185739"/>
            <a:ext cx="11029616" cy="712157"/>
          </a:xfrm>
        </p:spPr>
        <p:txBody>
          <a:bodyPr/>
          <a:lstStyle/>
          <a:p>
            <a:r>
              <a:rPr lang="en-US" dirty="0" err="1"/>
              <a:t>Ddl</a:t>
            </a:r>
            <a:r>
              <a:rPr lang="en-US" dirty="0"/>
              <a:t> commands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9333-6282-F16F-DDBB-5E58215A0DDF}"/>
              </a:ext>
            </a:extLst>
          </p:cNvPr>
          <p:cNvSpPr txBox="1"/>
          <p:nvPr/>
        </p:nvSpPr>
        <p:spPr>
          <a:xfrm>
            <a:off x="392907" y="1057273"/>
            <a:ext cx="11187112" cy="504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 a New Database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  DATABASE [IF NOT EXISTS]  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database_name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WITH [ENCODING = encoding]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[CONNECTION LIMIT = limit] [PRIMARY REGION =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region_name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]] [REGIONS = "region_1", "region_2", ..]   [SURVIVE = REGION ZONE FAILURE]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Drop a Database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DROP DATABASE [IF EXISTS] 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database_name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 [CASCADE] [RESTRICT];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List all Databases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SHOW DATABASES;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006D85-A68C-2B49-6822-E8917D9D18D9}"/>
                  </a:ext>
                </a:extLst>
              </p14:cNvPr>
              <p14:cNvContentPartPr/>
              <p14:nvPr/>
            </p14:nvContentPartPr>
            <p14:xfrm>
              <a:off x="7069396" y="2880998"/>
              <a:ext cx="538200" cy="8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006D85-A68C-2B49-6822-E8917D9D18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60396" y="2871998"/>
                <a:ext cx="5558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7B2C4BC-CB69-BB36-8A37-90A6AA474A87}"/>
                  </a:ext>
                </a:extLst>
              </p14:cNvPr>
              <p14:cNvContentPartPr/>
              <p14:nvPr/>
            </p14:nvContentPartPr>
            <p14:xfrm>
              <a:off x="367996" y="5662358"/>
              <a:ext cx="2346480" cy="531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7B2C4BC-CB69-BB36-8A37-90A6AA474A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8996" y="5653358"/>
                <a:ext cx="2364120" cy="54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481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D91CBC-5907-2590-1DAA-4DD8255C2649}"/>
              </a:ext>
            </a:extLst>
          </p:cNvPr>
          <p:cNvSpPr txBox="1"/>
          <p:nvPr/>
        </p:nvSpPr>
        <p:spPr>
          <a:xfrm>
            <a:off x="507146" y="660826"/>
            <a:ext cx="99200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Zone:   </a:t>
            </a:r>
          </a:p>
          <a:p>
            <a:endParaRPr lang="en-IN" sz="3600" dirty="0"/>
          </a:p>
          <a:p>
            <a:r>
              <a:rPr lang="en-IN" sz="3600" dirty="0"/>
              <a:t>Region : geo region like  India-West, India-South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46DE3F-5757-E83B-E8B1-20229A24F79D}"/>
              </a:ext>
            </a:extLst>
          </p:cNvPr>
          <p:cNvSpPr/>
          <p:nvPr/>
        </p:nvSpPr>
        <p:spPr>
          <a:xfrm>
            <a:off x="560935" y="2820041"/>
            <a:ext cx="4487475" cy="714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India South Region</a:t>
            </a:r>
            <a:endParaRPr lang="en-US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58247B-F5FA-8000-047E-0179ED71E52F}"/>
              </a:ext>
            </a:extLst>
          </p:cNvPr>
          <p:cNvSpPr/>
          <p:nvPr/>
        </p:nvSpPr>
        <p:spPr>
          <a:xfrm>
            <a:off x="560935" y="3980330"/>
            <a:ext cx="1144921" cy="17442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Chennai</a:t>
            </a:r>
          </a:p>
          <a:p>
            <a:pPr algn="ctr"/>
            <a:r>
              <a:rPr lang="en-IN" dirty="0"/>
              <a:t>Zone-A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E8A73-6895-A87F-2374-CAD5C61E2171}"/>
              </a:ext>
            </a:extLst>
          </p:cNvPr>
          <p:cNvSpPr/>
          <p:nvPr/>
        </p:nvSpPr>
        <p:spPr>
          <a:xfrm>
            <a:off x="2159215" y="3980330"/>
            <a:ext cx="1217918" cy="17442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Bengaluru</a:t>
            </a:r>
          </a:p>
          <a:p>
            <a:pPr algn="ctr"/>
            <a:r>
              <a:rPr lang="en-IN" dirty="0"/>
              <a:t>Zone-B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2FD0EB-E6F8-C1E0-C799-F3964268CAF7}"/>
              </a:ext>
            </a:extLst>
          </p:cNvPr>
          <p:cNvSpPr/>
          <p:nvPr/>
        </p:nvSpPr>
        <p:spPr>
          <a:xfrm>
            <a:off x="3903487" y="3980330"/>
            <a:ext cx="1144921" cy="17442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Hyd</a:t>
            </a:r>
            <a:endParaRPr lang="en-IN" dirty="0"/>
          </a:p>
          <a:p>
            <a:pPr algn="ctr"/>
            <a:r>
              <a:rPr lang="en-IN" dirty="0"/>
              <a:t>Zone-C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0A80ED-AE43-0C4D-375D-C0259907E97A}"/>
              </a:ext>
            </a:extLst>
          </p:cNvPr>
          <p:cNvSpPr/>
          <p:nvPr/>
        </p:nvSpPr>
        <p:spPr>
          <a:xfrm>
            <a:off x="6860561" y="2714385"/>
            <a:ext cx="4487475" cy="714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India West Region</a:t>
            </a:r>
            <a:endParaRPr lang="en-US" sz="2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AA3A6-135D-1542-C279-7C3E261984F0}"/>
              </a:ext>
            </a:extLst>
          </p:cNvPr>
          <p:cNvSpPr/>
          <p:nvPr/>
        </p:nvSpPr>
        <p:spPr>
          <a:xfrm>
            <a:off x="6860561" y="3874674"/>
            <a:ext cx="1144921" cy="17442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Mumbai</a:t>
            </a:r>
          </a:p>
          <a:p>
            <a:pPr algn="ctr"/>
            <a:r>
              <a:rPr lang="en-IN" dirty="0"/>
              <a:t>Zone-A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914C2A-995D-A1B1-0D78-C3B967B422FC}"/>
              </a:ext>
            </a:extLst>
          </p:cNvPr>
          <p:cNvSpPr/>
          <p:nvPr/>
        </p:nvSpPr>
        <p:spPr>
          <a:xfrm>
            <a:off x="8458841" y="3874674"/>
            <a:ext cx="1217918" cy="17442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Pune</a:t>
            </a:r>
          </a:p>
          <a:p>
            <a:pPr algn="ctr"/>
            <a:r>
              <a:rPr lang="en-IN" dirty="0"/>
              <a:t>Zone-B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9E8DCD-1C3D-6154-C624-10B2C36818A8}"/>
              </a:ext>
            </a:extLst>
          </p:cNvPr>
          <p:cNvSpPr/>
          <p:nvPr/>
        </p:nvSpPr>
        <p:spPr>
          <a:xfrm>
            <a:off x="10203113" y="3874674"/>
            <a:ext cx="1144921" cy="17442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Ahmedabad</a:t>
            </a:r>
          </a:p>
          <a:p>
            <a:pPr algn="ctr"/>
            <a:r>
              <a:rPr lang="en-IN" dirty="0"/>
              <a:t>Zone-C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A9C1C27-8C23-5A5D-AA86-2B9D72C308DD}"/>
                  </a:ext>
                </a:extLst>
              </p14:cNvPr>
              <p14:cNvContentPartPr/>
              <p14:nvPr/>
            </p14:nvContentPartPr>
            <p14:xfrm>
              <a:off x="2497036" y="4256558"/>
              <a:ext cx="270360" cy="232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A9C1C27-8C23-5A5D-AA86-2B9D72C308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88036" y="4247918"/>
                <a:ext cx="2880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B0CEE32-8CB3-3A74-994C-EFB167C8265E}"/>
                  </a:ext>
                </a:extLst>
              </p14:cNvPr>
              <p14:cNvContentPartPr/>
              <p14:nvPr/>
            </p14:nvContentPartPr>
            <p14:xfrm>
              <a:off x="982516" y="4272038"/>
              <a:ext cx="186480" cy="231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B0CEE32-8CB3-3A74-994C-EFB167C826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3516" y="4263038"/>
                <a:ext cx="20412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AFF909E-1C92-D375-1AC7-DA7CC8C4D675}"/>
                  </a:ext>
                </a:extLst>
              </p14:cNvPr>
              <p14:cNvContentPartPr/>
              <p14:nvPr/>
            </p14:nvContentPartPr>
            <p14:xfrm>
              <a:off x="3999676" y="4302278"/>
              <a:ext cx="384480" cy="261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AFF909E-1C92-D375-1AC7-DA7CC8C4D6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90676" y="4293638"/>
                <a:ext cx="40212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9AA483C-630C-DBDD-1D43-6A03C6D58091}"/>
                  </a:ext>
                </a:extLst>
              </p14:cNvPr>
              <p14:cNvContentPartPr/>
              <p14:nvPr/>
            </p14:nvContentPartPr>
            <p14:xfrm>
              <a:off x="7135276" y="4071158"/>
              <a:ext cx="258480" cy="2271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9AA483C-630C-DBDD-1D43-6A03C6D5809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26276" y="4062158"/>
                <a:ext cx="2761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FF287DD-B7D9-CEA8-2147-95F86AD5A3E6}"/>
                  </a:ext>
                </a:extLst>
              </p14:cNvPr>
              <p14:cNvContentPartPr/>
              <p14:nvPr/>
            </p14:nvContentPartPr>
            <p14:xfrm>
              <a:off x="8761036" y="4201838"/>
              <a:ext cx="340200" cy="243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FF287DD-B7D9-CEA8-2147-95F86AD5A3E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52396" y="4192838"/>
                <a:ext cx="35784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AB60EA9-D701-D76A-C427-4AA736450913}"/>
                  </a:ext>
                </a:extLst>
              </p14:cNvPr>
              <p14:cNvContentPartPr/>
              <p14:nvPr/>
            </p14:nvContentPartPr>
            <p14:xfrm>
              <a:off x="10603876" y="4044158"/>
              <a:ext cx="208800" cy="244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AB60EA9-D701-D76A-C427-4AA73645091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594876" y="4035518"/>
                <a:ext cx="226440" cy="26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07A1C2D-1F57-1A4B-2A3B-6693D69F3EF7}"/>
              </a:ext>
            </a:extLst>
          </p:cNvPr>
          <p:cNvGrpSpPr/>
          <p:nvPr/>
        </p:nvGrpSpPr>
        <p:grpSpPr>
          <a:xfrm>
            <a:off x="599116" y="2428118"/>
            <a:ext cx="4849200" cy="3709080"/>
            <a:chOff x="599116" y="2428118"/>
            <a:chExt cx="4849200" cy="370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55F5F7A-E888-8DE4-13B8-E7AA50E067E3}"/>
                    </a:ext>
                  </a:extLst>
                </p14:cNvPr>
                <p14:cNvContentPartPr/>
                <p14:nvPr/>
              </p14:nvContentPartPr>
              <p14:xfrm>
                <a:off x="2082316" y="3987638"/>
                <a:ext cx="1342440" cy="1854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55F5F7A-E888-8DE4-13B8-E7AA50E067E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73316" y="3978638"/>
                  <a:ext cx="1360080" cy="18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6DA5ACB-9DD4-4CF1-CEF5-FB4CAE87F8CE}"/>
                    </a:ext>
                  </a:extLst>
                </p14:cNvPr>
                <p14:cNvContentPartPr/>
                <p14:nvPr/>
              </p14:nvContentPartPr>
              <p14:xfrm>
                <a:off x="2148196" y="4481918"/>
                <a:ext cx="1417320" cy="1007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6DA5ACB-9DD4-4CF1-CEF5-FB4CAE87F8C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39556" y="4472918"/>
                  <a:ext cx="1434960" cy="10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2B0AC7D-A766-6901-8969-90334F7B64CB}"/>
                    </a:ext>
                  </a:extLst>
                </p14:cNvPr>
                <p14:cNvContentPartPr/>
                <p14:nvPr/>
              </p14:nvContentPartPr>
              <p14:xfrm>
                <a:off x="599116" y="2428118"/>
                <a:ext cx="3757680" cy="3620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2B0AC7D-A766-6901-8969-90334F7B64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0476" y="2419118"/>
                  <a:ext cx="3775320" cy="36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627B196-6E05-A759-4A8E-2B9D2124DCA2}"/>
                    </a:ext>
                  </a:extLst>
                </p14:cNvPr>
                <p14:cNvContentPartPr/>
                <p14:nvPr/>
              </p14:nvContentPartPr>
              <p14:xfrm>
                <a:off x="727276" y="3096638"/>
                <a:ext cx="4721040" cy="3040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627B196-6E05-A759-4A8E-2B9D2124DCA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8276" y="3087638"/>
                  <a:ext cx="4738680" cy="3058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8953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A38F-EC37-F797-25FE-9B93F183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7507B-6E4B-42ED-86C8-7957FD8D6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18" y="-185739"/>
            <a:ext cx="11029616" cy="712157"/>
          </a:xfrm>
        </p:spPr>
        <p:txBody>
          <a:bodyPr/>
          <a:lstStyle/>
          <a:p>
            <a:r>
              <a:rPr lang="en-US" dirty="0" err="1"/>
              <a:t>Ddl</a:t>
            </a:r>
            <a:r>
              <a:rPr lang="en-US" dirty="0"/>
              <a:t> commands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6459FD-3590-72D8-164B-77CC2397BE1E}"/>
              </a:ext>
            </a:extLst>
          </p:cNvPr>
          <p:cNvSpPr txBox="1"/>
          <p:nvPr/>
        </p:nvSpPr>
        <p:spPr>
          <a:xfrm>
            <a:off x="392907" y="1057273"/>
            <a:ext cx="11187112" cy="3935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Alter a Database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ALTER DATABASE &lt;name&gt; RENAME TO &lt;newname&gt;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ALTER DATABASE &lt;name&gt; CONFIGURE ZONE &lt;zone config&gt;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ALTER DATABASE &lt;name&gt; OWNER TO 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newowner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ALTER DATABASE &lt;name&gt; CONVERT TO SCHEMA WITH PARENT &lt;name&gt;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ALTER DATABASE &lt;name&gt; ADD REGION [IF NOT EXISTS] &lt;region&gt;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ALTER DATABASE &lt;name&gt; DROP REGION [IF EXISTS] &lt;region&gt;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ALTER DATABASE &lt;name&gt; PRIMARY REGION &lt;region&gt;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ALTER DATABASE &lt;name&gt; SURVIVE &lt;failure type&gt;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4560207-320F-46C2-93BB-65EF5236A7CE}"/>
                  </a:ext>
                </a:extLst>
              </p14:cNvPr>
              <p14:cNvContentPartPr/>
              <p14:nvPr/>
            </p14:nvContentPartPr>
            <p14:xfrm>
              <a:off x="3465076" y="2097638"/>
              <a:ext cx="1082520" cy="38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4560207-320F-46C2-93BB-65EF5236A7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56436" y="2088638"/>
                <a:ext cx="11001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DE6A4BD-F4B7-5B43-C8AA-9A06FADA878F}"/>
                  </a:ext>
                </a:extLst>
              </p14:cNvPr>
              <p14:cNvContentPartPr/>
              <p14:nvPr/>
            </p14:nvContentPartPr>
            <p14:xfrm>
              <a:off x="3718876" y="2389598"/>
              <a:ext cx="1583280" cy="77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DE6A4BD-F4B7-5B43-C8AA-9A06FADA87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09876" y="2380598"/>
                <a:ext cx="16009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CE9D497-354D-EF7C-B2A9-91F3306FDD88}"/>
                  </a:ext>
                </a:extLst>
              </p14:cNvPr>
              <p14:cNvContentPartPr/>
              <p14:nvPr/>
            </p14:nvContentPartPr>
            <p14:xfrm>
              <a:off x="3664876" y="2873438"/>
              <a:ext cx="105300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CE9D497-354D-EF7C-B2A9-91F3306FDD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55876" y="2864438"/>
                <a:ext cx="10706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7A57F1-2486-0A1F-AE4E-8C8BCDC67B3E}"/>
                  </a:ext>
                </a:extLst>
              </p14:cNvPr>
              <p14:cNvContentPartPr/>
              <p14:nvPr/>
            </p14:nvContentPartPr>
            <p14:xfrm>
              <a:off x="3641836" y="3264758"/>
              <a:ext cx="3625200" cy="77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7A57F1-2486-0A1F-AE4E-8C8BCDC67B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32836" y="3256118"/>
                <a:ext cx="36428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DCFCE81-E72E-F08B-BF68-4452F44614A8}"/>
                  </a:ext>
                </a:extLst>
              </p14:cNvPr>
              <p14:cNvContentPartPr/>
              <p14:nvPr/>
            </p14:nvContentPartPr>
            <p14:xfrm>
              <a:off x="3657316" y="3741758"/>
              <a:ext cx="926280" cy="24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DCFCE81-E72E-F08B-BF68-4452F44614A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48676" y="3733118"/>
                <a:ext cx="9439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DB9C9D7-1B72-2925-77C8-310029D9E95F}"/>
                  </a:ext>
                </a:extLst>
              </p14:cNvPr>
              <p14:cNvContentPartPr/>
              <p14:nvPr/>
            </p14:nvContentPartPr>
            <p14:xfrm>
              <a:off x="3588196" y="4117598"/>
              <a:ext cx="1306080" cy="31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DB9C9D7-1B72-2925-77C8-310029D9E95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79556" y="4108958"/>
                <a:ext cx="13237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D8685F2-C86D-CF92-BB28-A34B529D63E0}"/>
                  </a:ext>
                </a:extLst>
              </p14:cNvPr>
              <p14:cNvContentPartPr/>
              <p14:nvPr/>
            </p14:nvContentPartPr>
            <p14:xfrm>
              <a:off x="3603316" y="4448798"/>
              <a:ext cx="1570320" cy="849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D8685F2-C86D-CF92-BB28-A34B529D63E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94676" y="4440158"/>
                <a:ext cx="158796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8F86333-FCEC-B597-28C2-D426490291C4}"/>
                  </a:ext>
                </a:extLst>
              </p14:cNvPr>
              <p14:cNvContentPartPr/>
              <p14:nvPr/>
            </p14:nvContentPartPr>
            <p14:xfrm>
              <a:off x="3664876" y="5086718"/>
              <a:ext cx="81468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8F86333-FCEC-B597-28C2-D426490291C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56236" y="5077718"/>
                <a:ext cx="83232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7564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F42EC-C1E6-ADCE-2D11-3B31A300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DC702-9939-8F68-CC99-965B09FC9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18" y="-185739"/>
            <a:ext cx="11029616" cy="712157"/>
          </a:xfrm>
        </p:spPr>
        <p:txBody>
          <a:bodyPr/>
          <a:lstStyle/>
          <a:p>
            <a:r>
              <a:rPr lang="en-US" dirty="0" err="1"/>
              <a:t>Ddl</a:t>
            </a:r>
            <a:r>
              <a:rPr lang="en-US" dirty="0"/>
              <a:t> commands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DE504E-1B5B-5036-4990-B91CB1A82C94}"/>
              </a:ext>
            </a:extLst>
          </p:cNvPr>
          <p:cNvSpPr txBox="1"/>
          <p:nvPr/>
        </p:nvSpPr>
        <p:spPr>
          <a:xfrm>
            <a:off x="324018" y="642935"/>
            <a:ext cx="11187112" cy="601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Creating New Schema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 SCHEMA [IF NOT EXISTS]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dbname.schema_name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AUTHORIZATION &lt;owner&gt;;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 SCHEMA [IF NOT EXISTS]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schema_name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AUTHORIZATION &lt;owner&gt;;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Altering Schema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ALTER SCHEMA ... RENAME TO 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newschemaname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ALTER SCHEMA ... OWNER TO {&lt;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newowner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| CURRENT_USER | SESSION_USER }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Listing Existing Schemas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SHOW SCHEMAS;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Dropping Schema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DROP SCHEMA [IF EXISTS] 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schema_name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[, ...] [CASCADE | RESTRICT]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FA9C557-3DB9-DD43-B898-1EFA00FA7E48}"/>
                  </a:ext>
                </a:extLst>
              </p14:cNvPr>
              <p14:cNvContentPartPr/>
              <p14:nvPr/>
            </p14:nvContentPartPr>
            <p14:xfrm>
              <a:off x="630076" y="2142998"/>
              <a:ext cx="1041480" cy="23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FA9C557-3DB9-DD43-B898-1EFA00FA7E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076" y="2134358"/>
                <a:ext cx="10591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961A6C-8D07-B3B1-0513-354C1A850038}"/>
                  </a:ext>
                </a:extLst>
              </p14:cNvPr>
              <p14:cNvContentPartPr/>
              <p14:nvPr/>
            </p14:nvContentPartPr>
            <p14:xfrm>
              <a:off x="4487476" y="2105198"/>
              <a:ext cx="1103760" cy="62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961A6C-8D07-B3B1-0513-354C1A8500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8836" y="2096198"/>
                <a:ext cx="11214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2D4ECC2-4A03-F320-4862-916B58DE191E}"/>
                  </a:ext>
                </a:extLst>
              </p14:cNvPr>
              <p14:cNvContentPartPr/>
              <p14:nvPr/>
            </p14:nvContentPartPr>
            <p14:xfrm>
              <a:off x="6331756" y="2151638"/>
              <a:ext cx="2904840" cy="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2D4ECC2-4A03-F320-4862-916B58DE19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22756" y="2133638"/>
                <a:ext cx="2922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4E8B600-32CC-C26C-9B6D-65ED9D5CDD44}"/>
                  </a:ext>
                </a:extLst>
              </p14:cNvPr>
              <p14:cNvContentPartPr/>
              <p14:nvPr/>
            </p14:nvContentPartPr>
            <p14:xfrm>
              <a:off x="6163276" y="1666358"/>
              <a:ext cx="3212640" cy="508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4E8B600-32CC-C26C-9B6D-65ED9D5CDD4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54636" y="1657358"/>
                <a:ext cx="3230280" cy="52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9A33703C-4645-2D8C-3C98-76BF9822355B}"/>
              </a:ext>
            </a:extLst>
          </p:cNvPr>
          <p:cNvGrpSpPr/>
          <p:nvPr/>
        </p:nvGrpSpPr>
        <p:grpSpPr>
          <a:xfrm>
            <a:off x="7007836" y="1167398"/>
            <a:ext cx="299880" cy="547200"/>
            <a:chOff x="7007836" y="1167398"/>
            <a:chExt cx="299880" cy="54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C5B9ADD-650F-45B4-BCC3-74FC232A0D78}"/>
                    </a:ext>
                  </a:extLst>
                </p14:cNvPr>
                <p14:cNvContentPartPr/>
                <p14:nvPr/>
              </p14:nvContentPartPr>
              <p14:xfrm>
                <a:off x="7038436" y="1167398"/>
                <a:ext cx="269280" cy="547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C5B9ADD-650F-45B4-BCC3-74FC232A0D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29436" y="1158758"/>
                  <a:ext cx="28692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2DEE14A-D836-CC61-EDAF-D4BE3407E0E7}"/>
                    </a:ext>
                  </a:extLst>
                </p14:cNvPr>
                <p14:cNvContentPartPr/>
                <p14:nvPr/>
              </p14:nvContentPartPr>
              <p14:xfrm>
                <a:off x="7007836" y="1198358"/>
                <a:ext cx="285480" cy="15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2DEE14A-D836-CC61-EDAF-D4BE3407E0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98836" y="1189718"/>
                  <a:ext cx="30312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A87C3DE-7810-6420-BF65-9E858282D68B}"/>
                  </a:ext>
                </a:extLst>
              </p14:cNvPr>
              <p14:cNvContentPartPr/>
              <p14:nvPr/>
            </p14:nvContentPartPr>
            <p14:xfrm>
              <a:off x="9694876" y="1228598"/>
              <a:ext cx="523080" cy="508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A87C3DE-7810-6420-BF65-9E858282D68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685876" y="1219598"/>
                <a:ext cx="540720" cy="52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444E5F8-2A9D-7A8B-3238-B0A5CB8EB799}"/>
                  </a:ext>
                </a:extLst>
              </p14:cNvPr>
              <p14:cNvContentPartPr/>
              <p14:nvPr/>
            </p14:nvContentPartPr>
            <p14:xfrm>
              <a:off x="960556" y="3503798"/>
              <a:ext cx="14220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444E5F8-2A9D-7A8B-3238-B0A5CB8EB79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51916" y="3494798"/>
                <a:ext cx="1598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5B50537-B06A-03B7-16C6-C2BA80B7BEC5}"/>
                  </a:ext>
                </a:extLst>
              </p14:cNvPr>
              <p14:cNvContentPartPr/>
              <p14:nvPr/>
            </p14:nvContentPartPr>
            <p14:xfrm>
              <a:off x="2827516" y="3465278"/>
              <a:ext cx="1454760" cy="83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5B50537-B06A-03B7-16C6-C2BA80B7BE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18516" y="3456638"/>
                <a:ext cx="14724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1CD2E9A-307A-46E0-56E2-3FE795B9495C}"/>
                  </a:ext>
                </a:extLst>
              </p14:cNvPr>
              <p14:cNvContentPartPr/>
              <p14:nvPr/>
            </p14:nvContentPartPr>
            <p14:xfrm>
              <a:off x="3034876" y="3957398"/>
              <a:ext cx="82224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1CD2E9A-307A-46E0-56E2-3FE795B9495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25876" y="3948398"/>
                <a:ext cx="8398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50E8FE2-3470-85BD-9F90-3B640B464E0D}"/>
                  </a:ext>
                </a:extLst>
              </p14:cNvPr>
              <p14:cNvContentPartPr/>
              <p14:nvPr/>
            </p14:nvContentPartPr>
            <p14:xfrm>
              <a:off x="405796" y="4832918"/>
              <a:ext cx="2015280" cy="430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50E8FE2-3470-85BD-9F90-3B640B464E0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96796" y="4824278"/>
                <a:ext cx="203292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8006D60-C13E-2194-03FE-7DAB04F92DC1}"/>
                  </a:ext>
                </a:extLst>
              </p14:cNvPr>
              <p14:cNvContentPartPr/>
              <p14:nvPr/>
            </p14:nvContentPartPr>
            <p14:xfrm>
              <a:off x="522796" y="6685118"/>
              <a:ext cx="3059640" cy="77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8006D60-C13E-2194-03FE-7DAB04F92DC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13796" y="6676118"/>
                <a:ext cx="30772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AA40DE5-D568-04CF-3D64-9B0E241C2F9E}"/>
                  </a:ext>
                </a:extLst>
              </p14:cNvPr>
              <p14:cNvContentPartPr/>
              <p14:nvPr/>
            </p14:nvContentPartPr>
            <p14:xfrm>
              <a:off x="7063276" y="6569558"/>
              <a:ext cx="651960" cy="90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AA40DE5-D568-04CF-3D64-9B0E241C2F9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54276" y="6560558"/>
                <a:ext cx="66960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9974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96AD4-7CF4-C563-DDAD-ABAB0A99D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76E9E-4121-E214-C6BA-A804DA8C7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18" y="-185739"/>
            <a:ext cx="11029616" cy="712157"/>
          </a:xfrm>
        </p:spPr>
        <p:txBody>
          <a:bodyPr/>
          <a:lstStyle/>
          <a:p>
            <a:r>
              <a:rPr lang="en-US" dirty="0" err="1"/>
              <a:t>Ddl</a:t>
            </a:r>
            <a:r>
              <a:rPr lang="en-US" dirty="0"/>
              <a:t> commands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4DB28E-F037-0F78-995A-E961FC6C304B}"/>
              </a:ext>
            </a:extLst>
          </p:cNvPr>
          <p:cNvSpPr txBox="1"/>
          <p:nvPr/>
        </p:nvSpPr>
        <p:spPr>
          <a:xfrm>
            <a:off x="324018" y="642935"/>
            <a:ext cx="11187112" cy="601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Creating New Schema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 SCHEMA [IF NOT EXISTS]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dbname.schema_name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AUTHORIZATION &lt;owner&gt;;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 SCHEMA [IF NOT EXISTS]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schema_name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AUTHORIZATION &lt;owner&gt;;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Altering Schema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ALTER SCHEMA ... RENAME TO 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newschemaname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ALTER SCHEMA ... OWNER TO {&lt;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newowner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| CURRENT_USER | SESSION_USER }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Listing Existing Schemas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SHOW SCHEMAS;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Dropping Schema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DROP SCHEMA [IF EXISTS] 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schema_name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[, ...] [CASCADE | RESTRICT]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1640C-ECA5-9307-D2BF-49A9693AE072}"/>
              </a:ext>
            </a:extLst>
          </p:cNvPr>
          <p:cNvSpPr txBox="1"/>
          <p:nvPr/>
        </p:nvSpPr>
        <p:spPr>
          <a:xfrm>
            <a:off x="7015520" y="2213000"/>
            <a:ext cx="4725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err="1">
                <a:solidFill>
                  <a:srgbClr val="FF0000"/>
                </a:solidFill>
              </a:rPr>
              <a:t>search_path</a:t>
            </a:r>
            <a:r>
              <a:rPr lang="en-IN" sz="2800" dirty="0">
                <a:solidFill>
                  <a:srgbClr val="FF0000"/>
                </a:solidFill>
              </a:rPr>
              <a:t>=s1, s2, s3,…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402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E09E4-00C5-4F39-D27C-444084D87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94ABA-D56E-8696-281C-792FA6A74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18" y="-185739"/>
            <a:ext cx="11029616" cy="712157"/>
          </a:xfrm>
        </p:spPr>
        <p:txBody>
          <a:bodyPr/>
          <a:lstStyle/>
          <a:p>
            <a:r>
              <a:rPr lang="en-US" dirty="0"/>
              <a:t>Data types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98EF15-A321-01A3-792C-18963A4F1486}"/>
              </a:ext>
            </a:extLst>
          </p:cNvPr>
          <p:cNvGraphicFramePr>
            <a:graphicFrameLocks noGrp="1"/>
          </p:cNvGraphicFramePr>
          <p:nvPr/>
        </p:nvGraphicFramePr>
        <p:xfrm>
          <a:off x="464343" y="750094"/>
          <a:ext cx="11337132" cy="59969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79044">
                  <a:extLst>
                    <a:ext uri="{9D8B030D-6E8A-4147-A177-3AD203B41FA5}">
                      <a16:colId xmlns:a16="http://schemas.microsoft.com/office/drawing/2014/main" val="1641892050"/>
                    </a:ext>
                  </a:extLst>
                </a:gridCol>
                <a:gridCol w="3779044">
                  <a:extLst>
                    <a:ext uri="{9D8B030D-6E8A-4147-A177-3AD203B41FA5}">
                      <a16:colId xmlns:a16="http://schemas.microsoft.com/office/drawing/2014/main" val="203199574"/>
                    </a:ext>
                  </a:extLst>
                </a:gridCol>
                <a:gridCol w="3779044">
                  <a:extLst>
                    <a:ext uri="{9D8B030D-6E8A-4147-A177-3AD203B41FA5}">
                      <a16:colId xmlns:a16="http://schemas.microsoft.com/office/drawing/2014/main" val="928810037"/>
                    </a:ext>
                  </a:extLst>
                </a:gridCol>
              </a:tblGrid>
              <a:tr h="4060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Type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2400" kern="100">
                          <a:effectLst/>
                        </a:rPr>
                        <a:t>Description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2400" kern="100" dirty="0">
                          <a:effectLst/>
                        </a:rPr>
                        <a:t>Example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9027166"/>
                  </a:ext>
                </a:extLst>
              </a:tr>
              <a:tr h="7936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ARRAY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A 1-dimensional, 1-indexed, homogeneous array of any non-array data type.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{"sky","road","car"}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84677505"/>
                  </a:ext>
                </a:extLst>
              </a:tr>
              <a:tr h="4060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BIT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A string of binary digits (bits).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B'10010101'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35973380"/>
                  </a:ext>
                </a:extLst>
              </a:tr>
              <a:tr h="4060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BOOL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A Boolean value.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true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772393"/>
                  </a:ext>
                </a:extLst>
              </a:tr>
              <a:tr h="4060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BYTES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A string of binary characters.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b'\141\061\142\062\143\063'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73342110"/>
                  </a:ext>
                </a:extLst>
              </a:tr>
              <a:tr h="7936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COLLATE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Sorts STRING values according to language- and country-specific rules (collations).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'a1b2c3' COLLATE en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56908861"/>
                  </a:ext>
                </a:extLst>
              </a:tr>
              <a:tr h="4060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CITEXT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Case-insensitive text.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'Roach'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9670635"/>
                  </a:ext>
                </a:extLst>
              </a:tr>
              <a:tr h="4060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DATE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A date.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DATE '2016-01-25'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762675"/>
                  </a:ext>
                </a:extLst>
              </a:tr>
              <a:tr h="4060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DECIMAL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An exact, fixed-point number.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1.2345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38856596"/>
                  </a:ext>
                </a:extLst>
              </a:tr>
              <a:tr h="7936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ENUM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A user-defined data type comprised of a set of static values.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ENUM ('club', 'diamond', 'heart', 'spade')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10062081"/>
                  </a:ext>
                </a:extLst>
              </a:tr>
              <a:tr h="4060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FLOAT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A 64-bit, inexact, floating-point number.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1.2345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4497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514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13B53-18DC-5457-60C4-73FCD676B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5C80-F704-EC10-9542-E68BCB2A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18" y="-185739"/>
            <a:ext cx="11029616" cy="712157"/>
          </a:xfrm>
        </p:spPr>
        <p:txBody>
          <a:bodyPr/>
          <a:lstStyle/>
          <a:p>
            <a:r>
              <a:rPr lang="en-US" dirty="0"/>
              <a:t>Data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E8380A-CD8C-0785-EFD3-5C2AED226992}"/>
              </a:ext>
            </a:extLst>
          </p:cNvPr>
          <p:cNvGraphicFramePr>
            <a:graphicFrameLocks noGrp="1"/>
          </p:cNvGraphicFramePr>
          <p:nvPr/>
        </p:nvGraphicFramePr>
        <p:xfrm>
          <a:off x="467466" y="599281"/>
          <a:ext cx="11257068" cy="61062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1509">
                  <a:extLst>
                    <a:ext uri="{9D8B030D-6E8A-4147-A177-3AD203B41FA5}">
                      <a16:colId xmlns:a16="http://schemas.microsoft.com/office/drawing/2014/main" val="1342183236"/>
                    </a:ext>
                  </a:extLst>
                </a:gridCol>
                <a:gridCol w="4743203">
                  <a:extLst>
                    <a:ext uri="{9D8B030D-6E8A-4147-A177-3AD203B41FA5}">
                      <a16:colId xmlns:a16="http://schemas.microsoft.com/office/drawing/2014/main" val="3821795740"/>
                    </a:ext>
                  </a:extLst>
                </a:gridCol>
                <a:gridCol w="3752356">
                  <a:extLst>
                    <a:ext uri="{9D8B030D-6E8A-4147-A177-3AD203B41FA5}">
                      <a16:colId xmlns:a16="http://schemas.microsoft.com/office/drawing/2014/main" val="3408307143"/>
                    </a:ext>
                  </a:extLst>
                </a:gridCol>
              </a:tblGrid>
              <a:tr h="2602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Type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Description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Example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4174150354"/>
                  </a:ext>
                </a:extLst>
              </a:tr>
              <a:tr h="2602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INET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An IPv4 or IPv6 address.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192.168.0.1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2985247271"/>
                  </a:ext>
                </a:extLst>
              </a:tr>
              <a:tr h="2602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INT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A signed integer, up to 64 bits.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12345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3836905826"/>
                  </a:ext>
                </a:extLst>
              </a:tr>
              <a:tr h="2602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INTERVAL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A span of time.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INTERVAL '2h30m30s'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2852894556"/>
                  </a:ext>
                </a:extLst>
              </a:tr>
              <a:tr h="5074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JSONB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JSON (JavaScript Object Notation) data.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'{"first_name": "Lola", "last_name": "Dog", "location": "NYC", "online" : true, "friends" : 547}'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1188063584"/>
                  </a:ext>
                </a:extLst>
              </a:tr>
              <a:tr h="2602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LTREE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A label path representing a hierarchical tree-like structure.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'Top.Countries.Europe.France'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3629820373"/>
                  </a:ext>
                </a:extLst>
              </a:tr>
              <a:tr h="2602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NULL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The undefined value.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NULL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3747058843"/>
                  </a:ext>
                </a:extLst>
              </a:tr>
              <a:tr h="2602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OID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An unsigned 32-bit integer.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4294967295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4034065515"/>
                  </a:ext>
                </a:extLst>
              </a:tr>
              <a:tr h="4858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SERIAL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A pseudo-type that combines an integer type with a DEFAULT expression (e.g., for auto-incrementing IDs).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148591304110702593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3827640834"/>
                  </a:ext>
                </a:extLst>
              </a:tr>
              <a:tr h="2602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STRING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A string of Unicode characters.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'a1b2c3'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49309647"/>
                  </a:ext>
                </a:extLst>
              </a:tr>
              <a:tr h="5074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TIME/TIMETZ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TIME stores a time of day in UTC. TIMETZ converts TIME values with a specified time zone offset from UTC.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TIME '01:23:45.123456' TIMETZ '01:23:45.123456-5:00'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2778205977"/>
                  </a:ext>
                </a:extLst>
              </a:tr>
              <a:tr h="7545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TIMESTAMP/TIMESTAMPTZ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TIMESTAMP stores a date and time pairing in UTC. TIMESTAMPTZ converts TIMESTAMP values with a specified time zone offset from UTC.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TIMESTAMP '2016-01-25 10:10:10' TIMESTAMPTZ '2016-01-25 10:10:10-05:00'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3739580933"/>
                  </a:ext>
                </a:extLst>
              </a:tr>
              <a:tr h="2602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TSQUERY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A list of lexemes and operators used in full-text search.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'list' &amp; 'lexem' &amp; 'oper' &amp; 'use' &amp; 'full' &amp; 'text' &amp; 'search'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16671509"/>
                  </a:ext>
                </a:extLst>
              </a:tr>
              <a:tr h="5074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TSVECTOR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A list of lexemes with optional integer positions and weights used in full-text search.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'full':13 'integ':7 'lexem':4 'list':2 'option':6 'posit':8 'search':15 'text':14 'use':11 'weight':10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3497923818"/>
                  </a:ext>
                </a:extLst>
              </a:tr>
              <a:tr h="2602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UUID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A 128-bit hexadecimal value.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7f9c24e8-3b12-4fef-91e0-56a2d5a246ec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2819014729"/>
                  </a:ext>
                </a:extLst>
              </a:tr>
              <a:tr h="5074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VECTOR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A fixed-length array of floating-point numbers (for machine learning workloads).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[1.0, 0.0, 0.0]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7454" marR="7454" marT="7454" marB="7454" anchor="ctr"/>
                </a:tc>
                <a:extLst>
                  <a:ext uri="{0D108BD9-81ED-4DB2-BD59-A6C34878D82A}">
                    <a16:rowId xmlns:a16="http://schemas.microsoft.com/office/drawing/2014/main" val="602488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936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AA9D3-90D5-0DBC-C1E0-843DAD287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08977-6CD6-E61F-C051-DA2DD9DEC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18" y="-185739"/>
            <a:ext cx="11029616" cy="712157"/>
          </a:xfrm>
        </p:spPr>
        <p:txBody>
          <a:bodyPr/>
          <a:lstStyle/>
          <a:p>
            <a:r>
              <a:rPr lang="en-US" dirty="0"/>
              <a:t>Table / Column Constraints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0816D4-77F0-663E-9388-5E22802B58AC}"/>
              </a:ext>
            </a:extLst>
          </p:cNvPr>
          <p:cNvGraphicFramePr>
            <a:graphicFrameLocks noGrp="1"/>
          </p:cNvGraphicFramePr>
          <p:nvPr/>
        </p:nvGraphicFramePr>
        <p:xfrm>
          <a:off x="419100" y="1432558"/>
          <a:ext cx="11260931" cy="3992078"/>
        </p:xfrm>
        <a:graphic>
          <a:graphicData uri="http://schemas.openxmlformats.org/drawingml/2006/table">
            <a:tbl>
              <a:tblPr/>
              <a:tblGrid>
                <a:gridCol w="1876266">
                  <a:extLst>
                    <a:ext uri="{9D8B030D-6E8A-4147-A177-3AD203B41FA5}">
                      <a16:colId xmlns:a16="http://schemas.microsoft.com/office/drawing/2014/main" val="4282802914"/>
                    </a:ext>
                  </a:extLst>
                </a:gridCol>
                <a:gridCol w="9384665">
                  <a:extLst>
                    <a:ext uri="{9D8B030D-6E8A-4147-A177-3AD203B41FA5}">
                      <a16:colId xmlns:a16="http://schemas.microsoft.com/office/drawing/2014/main" val="2342828006"/>
                    </a:ext>
                  </a:extLst>
                </a:gridCol>
              </a:tblGrid>
              <a:tr h="93066">
                <a:tc>
                  <a:txBody>
                    <a:bodyPr/>
                    <a:lstStyle/>
                    <a:p>
                      <a:pPr algn="l" latinLnBrk="0">
                        <a:buNone/>
                      </a:pPr>
                      <a:r>
                        <a:rPr lang="en-US" sz="1800" b="1">
                          <a:effectLst/>
                          <a:latin typeface="+mn-lt"/>
                        </a:rPr>
                        <a:t>Constraint</a:t>
                      </a: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buNone/>
                      </a:pPr>
                      <a:r>
                        <a:rPr lang="en-US" sz="1800" b="1">
                          <a:effectLst/>
                          <a:latin typeface="+mn-lt"/>
                        </a:rPr>
                        <a:t>Description</a:t>
                      </a: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045551"/>
                  </a:ext>
                </a:extLst>
              </a:tr>
              <a:tr h="372264"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55FF"/>
                          </a:solidFill>
                          <a:effectLst/>
                          <a:latin typeface="+mn-lt"/>
                        </a:rPr>
                        <a:t>CHECK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sz="1800" b="0">
                          <a:effectLst/>
                          <a:latin typeface="+mn-lt"/>
                        </a:rPr>
                        <a:t>Values must return </a:t>
                      </a:r>
                      <a:r>
                        <a:rPr lang="en-US" sz="1800" b="0">
                          <a:solidFill>
                            <a:srgbClr val="475872"/>
                          </a:solidFill>
                          <a:effectLst/>
                          <a:latin typeface="+mn-lt"/>
                        </a:rPr>
                        <a:t>TRUE</a:t>
                      </a:r>
                      <a:r>
                        <a:rPr lang="en-US" sz="1800" b="0">
                          <a:effectLst/>
                          <a:latin typeface="+mn-lt"/>
                        </a:rPr>
                        <a:t> or </a:t>
                      </a:r>
                      <a:r>
                        <a:rPr lang="en-US" sz="1800" b="0">
                          <a:solidFill>
                            <a:srgbClr val="475872"/>
                          </a:solidFill>
                          <a:effectLst/>
                          <a:latin typeface="+mn-lt"/>
                        </a:rPr>
                        <a:t>NULL</a:t>
                      </a:r>
                      <a:r>
                        <a:rPr lang="en-US" sz="1800" b="0">
                          <a:effectLst/>
                          <a:latin typeface="+mn-lt"/>
                        </a:rPr>
                        <a:t> for a Boolean expression.</a:t>
                      </a: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392748"/>
                  </a:ext>
                </a:extLst>
              </a:tr>
              <a:tr h="651461"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55FF"/>
                          </a:solidFill>
                          <a:effectLst/>
                          <a:latin typeface="+mn-lt"/>
                        </a:rPr>
                        <a:t>DEFAULT value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sz="1800" b="0" dirty="0">
                          <a:effectLst/>
                          <a:latin typeface="+mn-lt"/>
                        </a:rPr>
                        <a:t>If a value is not defined for the constrained column in an </a:t>
                      </a:r>
                      <a:r>
                        <a:rPr lang="en-US" sz="1800" b="0" dirty="0">
                          <a:solidFill>
                            <a:srgbClr val="475872"/>
                          </a:solidFill>
                          <a:effectLst/>
                          <a:latin typeface="+mn-lt"/>
                        </a:rPr>
                        <a:t>INSERT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 statement, the </a:t>
                      </a:r>
                      <a:r>
                        <a:rPr lang="en-US" sz="1800" b="0" dirty="0">
                          <a:solidFill>
                            <a:srgbClr val="475872"/>
                          </a:solidFill>
                          <a:effectLst/>
                          <a:latin typeface="+mn-lt"/>
                        </a:rPr>
                        <a:t>DEFAULT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 value is written to the column.</a:t>
                      </a: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379242"/>
                  </a:ext>
                </a:extLst>
              </a:tr>
              <a:tr h="442063"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55FF"/>
                          </a:solidFill>
                          <a:effectLst/>
                          <a:latin typeface="+mn-lt"/>
                        </a:rPr>
                        <a:t>FOREIGN KEY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sz="1800" b="0">
                          <a:effectLst/>
                          <a:latin typeface="+mn-lt"/>
                        </a:rPr>
                        <a:t>Values must exactly match existing values from the column it references.</a:t>
                      </a: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557548"/>
                  </a:ext>
                </a:extLst>
              </a:tr>
              <a:tr h="162865"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55FF"/>
                          </a:solidFill>
                          <a:effectLst/>
                          <a:latin typeface="+mn-lt"/>
                        </a:rPr>
                        <a:t>NOT NULL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sz="1800" b="0">
                          <a:effectLst/>
                          <a:latin typeface="+mn-lt"/>
                        </a:rPr>
                        <a:t>Values may not be </a:t>
                      </a:r>
                      <a:r>
                        <a:rPr lang="en-US" sz="1800" b="0">
                          <a:solidFill>
                            <a:srgbClr val="475872"/>
                          </a:solidFill>
                          <a:effectLst/>
                          <a:latin typeface="+mn-lt"/>
                        </a:rPr>
                        <a:t>NULL</a:t>
                      </a:r>
                      <a:r>
                        <a:rPr lang="en-US" sz="1800" b="0"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39326"/>
                  </a:ext>
                </a:extLst>
              </a:tr>
              <a:tr h="1209857"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55FF"/>
                          </a:solidFill>
                          <a:effectLst/>
                          <a:latin typeface="+mn-lt"/>
                        </a:rPr>
                        <a:t>PRIMARY KEY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sz="1800" b="0" dirty="0">
                          <a:effectLst/>
                          <a:latin typeface="+mn-lt"/>
                        </a:rPr>
                        <a:t>Values must uniquely identify each row </a:t>
                      </a:r>
                      <a:r>
                        <a:rPr lang="en-US" sz="1800" b="0" i="1" dirty="0">
                          <a:effectLst/>
                          <a:latin typeface="+mn-lt"/>
                        </a:rPr>
                        <a:t>(one per table)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. This behaves as if the </a:t>
                      </a:r>
                      <a:r>
                        <a:rPr lang="en-US" sz="1800" b="0" dirty="0">
                          <a:solidFill>
                            <a:srgbClr val="475872"/>
                          </a:solidFill>
                          <a:effectLst/>
                          <a:latin typeface="+mn-lt"/>
                        </a:rPr>
                        <a:t>NOT NULL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 and </a:t>
                      </a:r>
                      <a:r>
                        <a:rPr lang="en-US" sz="1800" b="0" dirty="0">
                          <a:solidFill>
                            <a:srgbClr val="475872"/>
                          </a:solidFill>
                          <a:effectLst/>
                          <a:latin typeface="+mn-lt"/>
                        </a:rPr>
                        <a:t>UNIQUE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 constraints are applied, as well as automatically creates an </a:t>
                      </a:r>
                      <a:r>
                        <a:rPr lang="en-US" sz="1800" b="0" u="none" strike="noStrike" dirty="0">
                          <a:solidFill>
                            <a:srgbClr val="0055FF"/>
                          </a:solidFill>
                          <a:effectLst/>
                          <a:latin typeface="+mn-lt"/>
                        </a:rPr>
                        <a:t>index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 for the table using the constrained columns.</a:t>
                      </a: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561521"/>
                  </a:ext>
                </a:extLst>
              </a:tr>
              <a:tr h="721261"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sz="1800" b="0" u="none" strike="noStrike" dirty="0">
                          <a:solidFill>
                            <a:srgbClr val="0055FF"/>
                          </a:solidFill>
                          <a:effectLst/>
                          <a:latin typeface="+mn-lt"/>
                        </a:rPr>
                        <a:t>UNIQUE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buNone/>
                      </a:pPr>
                      <a:r>
                        <a:rPr lang="en-US" sz="1800" b="0" dirty="0">
                          <a:effectLst/>
                          <a:latin typeface="+mn-lt"/>
                        </a:rPr>
                        <a:t>Each non-</a:t>
                      </a:r>
                      <a:r>
                        <a:rPr lang="en-US" sz="1800" b="0" dirty="0">
                          <a:solidFill>
                            <a:srgbClr val="475872"/>
                          </a:solidFill>
                          <a:effectLst/>
                          <a:latin typeface="+mn-lt"/>
                        </a:rPr>
                        <a:t>NULL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 value must be unique. This also automatically creates an </a:t>
                      </a:r>
                      <a:r>
                        <a:rPr lang="en-US" sz="1800" b="0" u="none" strike="noStrike" dirty="0">
                          <a:solidFill>
                            <a:srgbClr val="0055FF"/>
                          </a:solidFill>
                          <a:effectLst/>
                          <a:latin typeface="+mn-lt"/>
                        </a:rPr>
                        <a:t>index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 for the table using the constrained columns.</a:t>
                      </a:r>
                    </a:p>
                  </a:txBody>
                  <a:tcPr marL="23266" marR="23266" marT="11633" marB="11633" anchor="ctr">
                    <a:lnL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63533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DE37A96-9551-5903-2D62-DE6F1D45E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586626"/>
            <a:ext cx="5073752" cy="7857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0306" tIns="128547" rIns="91440" bIns="8569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42A35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+mn-cs"/>
              </a:rPr>
              <a:t>Supported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179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6A3C-7E01-B396-84FB-98325189A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57B20-9167-B3B4-EAE6-885095E1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18" y="-185739"/>
            <a:ext cx="11029616" cy="712157"/>
          </a:xfrm>
        </p:spPr>
        <p:txBody>
          <a:bodyPr/>
          <a:lstStyle/>
          <a:p>
            <a:r>
              <a:rPr lang="en-US" dirty="0" err="1"/>
              <a:t>Ddl</a:t>
            </a:r>
            <a:r>
              <a:rPr lang="en-US" dirty="0"/>
              <a:t> commands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31FCB-DA75-4D1D-A475-6548CF2F2960}"/>
              </a:ext>
            </a:extLst>
          </p:cNvPr>
          <p:cNvSpPr txBox="1"/>
          <p:nvPr/>
        </p:nvSpPr>
        <p:spPr>
          <a:xfrm>
            <a:off x="385763" y="714373"/>
            <a:ext cx="11187112" cy="5597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 Table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 TABLE  &lt;name&gt;  (column def, [table constraint], [Column Family] );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 TABLE  t1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cust_id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int,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first_name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string(100) not null,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string(100), address string(200),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phone_no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string(12)  not null, PRIMARY KEY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cust_id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);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 TABLE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savings_accts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acctno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int,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acct_holder_name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string(100) NOT NULL, photo bytes, address string(200),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phone_no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string(12)  NOT NULL,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acct_balance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decimal(17,2), PRIMARY KEY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acctno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), FAMILY cfm1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acctno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acct_holder_name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photo, address,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phone_no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), FAMILY cfm2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acct_balance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);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893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5EF6C-AC5A-9AA5-C464-EB132340F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1769-A713-070F-3934-7654E1353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18" y="-185739"/>
            <a:ext cx="11029616" cy="712157"/>
          </a:xfrm>
        </p:spPr>
        <p:txBody>
          <a:bodyPr/>
          <a:lstStyle/>
          <a:p>
            <a:r>
              <a:rPr lang="en-US" dirty="0" err="1"/>
              <a:t>Ddl</a:t>
            </a:r>
            <a:r>
              <a:rPr lang="en-US" dirty="0"/>
              <a:t> commands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BE162-7B4B-3BB2-D891-49EF7E08D06E}"/>
              </a:ext>
            </a:extLst>
          </p:cNvPr>
          <p:cNvSpPr txBox="1"/>
          <p:nvPr/>
        </p:nvSpPr>
        <p:spPr>
          <a:xfrm>
            <a:off x="0" y="714373"/>
            <a:ext cx="12191999" cy="6163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ALter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Table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ALTER TABLE ... ADD [COLUMN] [IF NOT EXISTS]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colname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&lt;type&gt; [&lt;qualifiers...&gt;]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ADD &lt;constraint&gt;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DROP [COLUMN] [IF EXISTS]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colname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[RESTRICT | CASCADE]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DROP CONSTRAINT [IF EXISTS]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constraintname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[RESTRICT | CASCADE]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ALTER [COLUMN]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colname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{SET DEFAULT &lt;expr&gt; | DROP DEFAULT}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ALTER [COLUMN]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colname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DROP NOT NULL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ALTER [COLUMN]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colname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DROP STORED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ALTER [COLUMN]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colname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ADD GENERATED { ALWAYS | BY DEFAULT } AS IDENTITY [ (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opt_sequence_option_list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) 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ALTER [COLUMN]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colname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SET GENERATED { ALWAYS | BY DEFAULT }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ALTER [COLUMN]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colname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identity_option_list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ALTER [COLUMN]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colname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DROP IDENTITY [ IF EXISTS 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ALTER [COLUMN]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colname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[SET DATA] TYPE &lt;type&gt; [COLLATE &lt;collation&gt;]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ALTER PRIMARY KEY USING COLUMNS (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colnames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...&gt; 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RENAME TO &lt;newname&gt;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RENAME [COLUMN]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colname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TO &lt;newname&gt;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VALIDATE CONSTRAINT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constraintname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CONFIGURE ZONE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zoneconfig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SET SCHEMA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newschemaname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ALTER TABLE ... SET LOCALITY [REGIONAL BY [TABLE IN &lt;region&gt; | ROW] | GLOBAL]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627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73225-F150-10D5-6E9A-25346D0D5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421DE-F117-AB89-A0C3-948A6ABA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18" y="-185739"/>
            <a:ext cx="11029616" cy="712157"/>
          </a:xfrm>
        </p:spPr>
        <p:txBody>
          <a:bodyPr/>
          <a:lstStyle/>
          <a:p>
            <a:r>
              <a:rPr lang="en-US" dirty="0" err="1"/>
              <a:t>Ddl</a:t>
            </a:r>
            <a:r>
              <a:rPr lang="en-US" dirty="0"/>
              <a:t> commands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9B8FE-1FDE-715A-97E5-73A429D1D96B}"/>
              </a:ext>
            </a:extLst>
          </p:cNvPr>
          <p:cNvSpPr txBox="1"/>
          <p:nvPr/>
        </p:nvSpPr>
        <p:spPr>
          <a:xfrm>
            <a:off x="0" y="1042985"/>
            <a:ext cx="12191999" cy="4628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DROP Table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DROP TABLE [IF EXISTS]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table_name_list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[CASCADE RESTRICT]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 INDEX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 INDEX ON &lt;table name&gt; (&lt;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colname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ASC/DESC. &lt;col2 ASC/DESC …);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DROP INDEX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DROP INDEX &lt;index name&gt;;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122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E9AD3-6494-1A89-5EF7-7932C3AB2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8955-AADE-356F-4863-DEA991894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18" y="-185739"/>
            <a:ext cx="11029616" cy="712157"/>
          </a:xfrm>
        </p:spPr>
        <p:txBody>
          <a:bodyPr/>
          <a:lstStyle/>
          <a:p>
            <a:r>
              <a:rPr lang="en-US" dirty="0"/>
              <a:t>DML  commands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278EED-6A01-06A7-5663-617343798972}"/>
              </a:ext>
            </a:extLst>
          </p:cNvPr>
          <p:cNvSpPr txBox="1"/>
          <p:nvPr/>
        </p:nvSpPr>
        <p:spPr>
          <a:xfrm>
            <a:off x="0" y="757236"/>
            <a:ext cx="12191999" cy="601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INSERT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INSERT INTO  &lt;table name&gt; [Col1, col2,..]  VALUES (val1, val2…);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UPDATE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UPDATE &lt;table&gt; SET &lt;col&gt; = &lt;value&gt; WHERE &lt;condition&gt;;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DELETE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DELETE FROM &lt;table&gt; WHERE &lt;condition&gt;;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TABLE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TABLE &lt;table name&gt;;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UPSERT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UPSERT INTO  &lt;table name&gt; [Col1, col2,..]  VALUES (val1, val2…);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913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93C81-E647-D820-7C4A-B24C3F062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F3D0-A4CB-F15C-A378-A920565ED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18" y="-185739"/>
            <a:ext cx="11029616" cy="712157"/>
          </a:xfrm>
        </p:spPr>
        <p:txBody>
          <a:bodyPr/>
          <a:lstStyle/>
          <a:p>
            <a:r>
              <a:rPr lang="en-US" dirty="0"/>
              <a:t>DML  commands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159AD-176F-85E4-C031-4921B43B35DF}"/>
              </a:ext>
            </a:extLst>
          </p:cNvPr>
          <p:cNvSpPr txBox="1"/>
          <p:nvPr/>
        </p:nvSpPr>
        <p:spPr>
          <a:xfrm>
            <a:off x="0" y="757236"/>
            <a:ext cx="12191999" cy="601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SELECT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SELECT [DISTINCT [ ON ( &lt;expr&gt; [ , ... ] ) ] 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{ &lt;expr&gt; [[AS] &lt;name&gt;] | [ [&lt;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dbname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&gt;.] 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tablename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&gt;. ] * } [, ...]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[ FROM &lt;source&gt; ]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[AS OF SYSTEM TIME ‘timestamp’]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[ WHERE &lt;expr&gt; 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[ GROUP BY &lt;expr&gt; [ , ... ] 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[ HAVING &lt;expr&gt; 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[ WINDOW &lt;name&gt; AS ( &lt;definition&gt; ) 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[ { UNION | INTERSECT | EXCEPT } [ ALL | DISTINCT ] 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selectclause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[ ORDER BY &lt;expr&gt; [ ASC | DESC ] [, ...] 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[ LIMIT { &lt;expr&gt; | ALL } 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[ OFFSET &lt;expr&gt; [ ROW | ROWS ] 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72106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1753</Words>
  <Application>Microsoft Office PowerPoint</Application>
  <PresentationFormat>Widescreen</PresentationFormat>
  <Paragraphs>251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Courier New</vt:lpstr>
      <vt:lpstr>Franklin Gothic Book</vt:lpstr>
      <vt:lpstr>Franklin Gothic Demi</vt:lpstr>
      <vt:lpstr>Poppins</vt:lpstr>
      <vt:lpstr>Wingdings 2</vt:lpstr>
      <vt:lpstr>DividendVTI</vt:lpstr>
      <vt:lpstr>DDL &amp; DML commands</vt:lpstr>
      <vt:lpstr>PowerPoint Presentation</vt:lpstr>
      <vt:lpstr>PowerPoint Presentation</vt:lpstr>
      <vt:lpstr>Ddl commands</vt:lpstr>
      <vt:lpstr>PowerPoint Presentation</vt:lpstr>
      <vt:lpstr>Ddl commands</vt:lpstr>
      <vt:lpstr>Ddl commands</vt:lpstr>
      <vt:lpstr>Ddl commands</vt:lpstr>
      <vt:lpstr>Data types</vt:lpstr>
      <vt:lpstr>Data types</vt:lpstr>
      <vt:lpstr>Table / Column Constraints</vt:lpstr>
      <vt:lpstr>Ddl commands</vt:lpstr>
      <vt:lpstr>Ddl commands</vt:lpstr>
      <vt:lpstr>Ddl commands</vt:lpstr>
      <vt:lpstr>DML  commands</vt:lpstr>
      <vt:lpstr>DML  commands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Abdul Sami</dc:creator>
  <cp:lastModifiedBy>Mohammed Abdul Sami</cp:lastModifiedBy>
  <cp:revision>2</cp:revision>
  <dcterms:created xsi:type="dcterms:W3CDTF">2025-12-01T07:58:41Z</dcterms:created>
  <dcterms:modified xsi:type="dcterms:W3CDTF">2025-12-05T12:04:45Z</dcterms:modified>
</cp:coreProperties>
</file>